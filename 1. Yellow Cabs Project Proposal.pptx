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3"/>
  </p:notesMasterIdLst>
  <p:sldIdLst>
    <p:sldId id="256" r:id="rId2"/>
  </p:sldIdLst>
  <p:sldSz cx="7772400" cy="10058400"/>
  <p:notesSz cx="6858000" cy="9144000"/>
  <p:embeddedFontLst>
    <p:embeddedFont>
      <p:font typeface="Helvetica Neue" panose="020B0604020202020204" charset="0"/>
      <p:regular r:id="rId4"/>
      <p:bold r:id="rId5"/>
      <p:italic r:id="rId6"/>
      <p:boldItalic r:id="rId7"/>
    </p:embeddedFont>
    <p:embeddedFont>
      <p:font typeface="Open Sans" panose="020B0606030504020204" pitchFamily="34" charset="0"/>
      <p:regular r:id="rId8"/>
      <p:bold r:id="rId9"/>
      <p:italic r:id="rId10"/>
      <p:boldItalic r:id="rId11"/>
    </p:embeddedFont>
    <p:embeddedFont>
      <p:font typeface="Roboto" panose="02000000000000000000"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77DBC1-468E-4EA3-BF6F-8A538AFA3DE0}" v="7" dt="2025-11-15T19:49:44.6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3501" autoAdjust="0"/>
    <p:restoredTop sz="94660"/>
  </p:normalViewPr>
  <p:slideViewPr>
    <p:cSldViewPr snapToGrid="0">
      <p:cViewPr>
        <p:scale>
          <a:sx n="100" d="100"/>
          <a:sy n="100" d="100"/>
        </p:scale>
        <p:origin x="312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theme" Target="theme/theme1.xml"/><Relationship Id="rId3" Type="http://schemas.openxmlformats.org/officeDocument/2006/relationships/notesMaster" Target="notesMasters/notesMaster1.xml"/><Relationship Id="rId21" Type="http://schemas.microsoft.com/office/2015/10/relationships/revisionInfo" Target="revisionInfo.xml"/><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font" Target="fonts/font12.fntdata"/><Relationship Id="rId10" Type="http://schemas.openxmlformats.org/officeDocument/2006/relationships/font" Target="fonts/font7.fntdata"/><Relationship Id="rId19"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Nguyen" userId="25600bfe4b10d639" providerId="LiveId" clId="{2BF9816C-B0FD-4BDF-BC73-F025823EE5E7}"/>
    <pc:docChg chg="undo custSel modSld">
      <pc:chgData name="Long Nguyen" userId="25600bfe4b10d639" providerId="LiveId" clId="{2BF9816C-B0FD-4BDF-BC73-F025823EE5E7}" dt="2025-11-15T20:01:46.557" v="2144" actId="20577"/>
      <pc:docMkLst>
        <pc:docMk/>
      </pc:docMkLst>
      <pc:sldChg chg="addSp delSp modSp mod">
        <pc:chgData name="Long Nguyen" userId="25600bfe4b10d639" providerId="LiveId" clId="{2BF9816C-B0FD-4BDF-BC73-F025823EE5E7}" dt="2025-11-15T20:01:46.557" v="2144" actId="20577"/>
        <pc:sldMkLst>
          <pc:docMk/>
          <pc:sldMk cId="0" sldId="256"/>
        </pc:sldMkLst>
        <pc:spChg chg="mod">
          <ac:chgData name="Long Nguyen" userId="25600bfe4b10d639" providerId="LiveId" clId="{2BF9816C-B0FD-4BDF-BC73-F025823EE5E7}" dt="2025-11-15T19:46:18.185" v="1773" actId="20577"/>
          <ac:spMkLst>
            <pc:docMk/>
            <pc:sldMk cId="0" sldId="256"/>
            <ac:spMk id="2" creationId="{A10B56A7-FC2E-554A-F473-3D3A86CE7543}"/>
          </ac:spMkLst>
        </pc:spChg>
        <pc:spChg chg="add">
          <ac:chgData name="Long Nguyen" userId="25600bfe4b10d639" providerId="LiveId" clId="{2BF9816C-B0FD-4BDF-BC73-F025823EE5E7}" dt="2025-11-15T19:47:53.728" v="1925"/>
          <ac:spMkLst>
            <pc:docMk/>
            <pc:sldMk cId="0" sldId="256"/>
            <ac:spMk id="3" creationId="{1D783879-91F5-9228-064C-470D9D98399E}"/>
          </ac:spMkLst>
        </pc:spChg>
        <pc:spChg chg="mod">
          <ac:chgData name="Long Nguyen" userId="25600bfe4b10d639" providerId="LiveId" clId="{2BF9816C-B0FD-4BDF-BC73-F025823EE5E7}" dt="2025-11-15T19:47:42.546" v="1924" actId="20577"/>
          <ac:spMkLst>
            <pc:docMk/>
            <pc:sldMk cId="0" sldId="256"/>
            <ac:spMk id="4" creationId="{9A8F8F37-653B-C7CC-C8C1-D3296489A85E}"/>
          </ac:spMkLst>
        </pc:spChg>
        <pc:spChg chg="mod">
          <ac:chgData name="Long Nguyen" userId="25600bfe4b10d639" providerId="LiveId" clId="{2BF9816C-B0FD-4BDF-BC73-F025823EE5E7}" dt="2025-11-15T19:48:51.774" v="2001" actId="20577"/>
          <ac:spMkLst>
            <pc:docMk/>
            <pc:sldMk cId="0" sldId="256"/>
            <ac:spMk id="7" creationId="{2AFD19F6-E022-7B84-70E8-0750AAD8046D}"/>
          </ac:spMkLst>
        </pc:spChg>
        <pc:spChg chg="mod">
          <ac:chgData name="Long Nguyen" userId="25600bfe4b10d639" providerId="LiveId" clId="{2BF9816C-B0FD-4BDF-BC73-F025823EE5E7}" dt="2025-11-15T20:01:46.557" v="2144" actId="20577"/>
          <ac:spMkLst>
            <pc:docMk/>
            <pc:sldMk cId="0" sldId="256"/>
            <ac:spMk id="229" creationId="{00000000-0000-0000-0000-000000000000}"/>
          </ac:spMkLst>
        </pc:spChg>
        <pc:spChg chg="mod">
          <ac:chgData name="Long Nguyen" userId="25600bfe4b10d639" providerId="LiveId" clId="{2BF9816C-B0FD-4BDF-BC73-F025823EE5E7}" dt="2025-11-15T19:45:25.046" v="1747" actId="14100"/>
          <ac:spMkLst>
            <pc:docMk/>
            <pc:sldMk cId="0" sldId="256"/>
            <ac:spMk id="233" creationId="{00000000-0000-0000-0000-000000000000}"/>
          </ac:spMkLst>
        </pc:spChg>
        <pc:spChg chg="mod">
          <ac:chgData name="Long Nguyen" userId="25600bfe4b10d639" providerId="LiveId" clId="{2BF9816C-B0FD-4BDF-BC73-F025823EE5E7}" dt="2025-11-15T19:47:04.886" v="1858" actId="20577"/>
          <ac:spMkLst>
            <pc:docMk/>
            <pc:sldMk cId="0" sldId="256"/>
            <ac:spMk id="246" creationId="{00000000-0000-0000-0000-000000000000}"/>
          </ac:spMkLst>
        </pc:spChg>
        <pc:spChg chg="mod">
          <ac:chgData name="Long Nguyen" userId="25600bfe4b10d639" providerId="LiveId" clId="{2BF9816C-B0FD-4BDF-BC73-F025823EE5E7}" dt="2025-11-15T19:49:46.169" v="2064" actId="20577"/>
          <ac:spMkLst>
            <pc:docMk/>
            <pc:sldMk cId="0" sldId="256"/>
            <ac:spMk id="250" creationId="{00000000-0000-0000-0000-000000000000}"/>
          </ac:spMkLst>
        </pc:spChg>
        <pc:spChg chg="mod">
          <ac:chgData name="Long Nguyen" userId="25600bfe4b10d639" providerId="LiveId" clId="{2BF9816C-B0FD-4BDF-BC73-F025823EE5E7}" dt="2025-11-15T19:50:13.742" v="2123" actId="20577"/>
          <ac:spMkLst>
            <pc:docMk/>
            <pc:sldMk cId="0" sldId="256"/>
            <ac:spMk id="25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1467dd8d281_0_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1467dd8d28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 Title">
  <p:cSld name="TITLE_2">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1" name="Google Shape;11;p2"/>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pic>
        <p:nvPicPr>
          <p:cNvPr id="12" name="Google Shape;12;p2"/>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ue Footer - Title &amp; Body">
  <p:cSld name="CUSTOM_3">
    <p:spTree>
      <p:nvGrpSpPr>
        <p:cNvPr id="1" name="Shape 13"/>
        <p:cNvGrpSpPr/>
        <p:nvPr/>
      </p:nvGrpSpPr>
      <p:grpSpPr>
        <a:xfrm>
          <a:off x="0" y="0"/>
          <a:ext cx="0" cy="0"/>
          <a:chOff x="0" y="0"/>
          <a:chExt cx="0" cy="0"/>
        </a:xfrm>
      </p:grpSpPr>
      <p:grpSp>
        <p:nvGrpSpPr>
          <p:cNvPr id="14" name="Google Shape;14;p3"/>
          <p:cNvGrpSpPr/>
          <p:nvPr/>
        </p:nvGrpSpPr>
        <p:grpSpPr>
          <a:xfrm>
            <a:off x="-16250" y="9048087"/>
            <a:ext cx="7804900" cy="1072407"/>
            <a:chOff x="-19118" y="4617750"/>
            <a:chExt cx="9182236" cy="548378"/>
          </a:xfrm>
        </p:grpSpPr>
        <p:sp>
          <p:nvSpPr>
            <p:cNvPr id="15" name="Google Shape;15;p3"/>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6" name="Google Shape;16;p3"/>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pic>
        <p:nvPicPr>
          <p:cNvPr id="17" name="Google Shape;17;p3"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18" name="Google Shape;18;p3"/>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9" name="Google Shape;19;p3"/>
          <p:cNvSpPr txBox="1">
            <a:spLocks noGrp="1"/>
          </p:cNvSpPr>
          <p:nvPr>
            <p:ph type="body" idx="1"/>
          </p:nvPr>
        </p:nvSpPr>
        <p:spPr>
          <a:xfrm>
            <a:off x="149791" y="2553711"/>
            <a:ext cx="4458300" cy="5097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Roboto"/>
              <a:buChar char="●"/>
              <a:defRPr sz="1400">
                <a:latin typeface="Roboto"/>
                <a:ea typeface="Roboto"/>
                <a:cs typeface="Roboto"/>
                <a:sym typeface="Roboto"/>
              </a:defRPr>
            </a:lvl1pPr>
            <a:lvl2pPr marL="914400" lvl="1" indent="-317500" rtl="0">
              <a:spcBef>
                <a:spcPts val="1400"/>
              </a:spcBef>
              <a:spcAft>
                <a:spcPts val="0"/>
              </a:spcAft>
              <a:buSzPts val="1400"/>
              <a:buFont typeface="Roboto"/>
              <a:buChar char="○"/>
              <a:defRPr>
                <a:latin typeface="Roboto"/>
                <a:ea typeface="Roboto"/>
                <a:cs typeface="Roboto"/>
                <a:sym typeface="Roboto"/>
              </a:defRPr>
            </a:lvl2pPr>
            <a:lvl3pPr marL="1371600" lvl="2" indent="-317500" rtl="0">
              <a:spcBef>
                <a:spcPts val="1400"/>
              </a:spcBef>
              <a:spcAft>
                <a:spcPts val="0"/>
              </a:spcAft>
              <a:buSzPts val="1400"/>
              <a:buFont typeface="Roboto"/>
              <a:buChar char="■"/>
              <a:defRPr>
                <a:latin typeface="Roboto"/>
                <a:ea typeface="Roboto"/>
                <a:cs typeface="Roboto"/>
                <a:sym typeface="Roboto"/>
              </a:defRPr>
            </a:lvl3pPr>
            <a:lvl4pPr marL="1828800" lvl="3" indent="-317500" rtl="0">
              <a:spcBef>
                <a:spcPts val="1400"/>
              </a:spcBef>
              <a:spcAft>
                <a:spcPts val="0"/>
              </a:spcAft>
              <a:buSzPts val="1400"/>
              <a:buFont typeface="Roboto"/>
              <a:buChar char="●"/>
              <a:defRPr>
                <a:latin typeface="Roboto"/>
                <a:ea typeface="Roboto"/>
                <a:cs typeface="Roboto"/>
                <a:sym typeface="Roboto"/>
              </a:defRPr>
            </a:lvl4pPr>
            <a:lvl5pPr marL="2286000" lvl="4" indent="-317500" rtl="0">
              <a:spcBef>
                <a:spcPts val="1400"/>
              </a:spcBef>
              <a:spcAft>
                <a:spcPts val="0"/>
              </a:spcAft>
              <a:buSzPts val="1400"/>
              <a:buFont typeface="Roboto"/>
              <a:buChar char="○"/>
              <a:defRPr>
                <a:latin typeface="Roboto"/>
                <a:ea typeface="Roboto"/>
                <a:cs typeface="Roboto"/>
                <a:sym typeface="Roboto"/>
              </a:defRPr>
            </a:lvl5pPr>
            <a:lvl6pPr marL="2743200" lvl="5" indent="-317500" rtl="0">
              <a:spcBef>
                <a:spcPts val="1400"/>
              </a:spcBef>
              <a:spcAft>
                <a:spcPts val="0"/>
              </a:spcAft>
              <a:buSzPts val="1400"/>
              <a:buFont typeface="Roboto"/>
              <a:buChar char="■"/>
              <a:defRPr>
                <a:latin typeface="Roboto"/>
                <a:ea typeface="Roboto"/>
                <a:cs typeface="Roboto"/>
                <a:sym typeface="Roboto"/>
              </a:defRPr>
            </a:lvl6pPr>
            <a:lvl7pPr marL="3200400" lvl="6" indent="-317500" rtl="0">
              <a:spcBef>
                <a:spcPts val="1400"/>
              </a:spcBef>
              <a:spcAft>
                <a:spcPts val="0"/>
              </a:spcAft>
              <a:buSzPts val="1400"/>
              <a:buFont typeface="Roboto"/>
              <a:buChar char="●"/>
              <a:defRPr>
                <a:latin typeface="Roboto"/>
                <a:ea typeface="Roboto"/>
                <a:cs typeface="Roboto"/>
                <a:sym typeface="Roboto"/>
              </a:defRPr>
            </a:lvl7pPr>
            <a:lvl8pPr marL="3657600" lvl="7" indent="-317500" rtl="0">
              <a:spcBef>
                <a:spcPts val="1400"/>
              </a:spcBef>
              <a:spcAft>
                <a:spcPts val="0"/>
              </a:spcAft>
              <a:buSzPts val="1400"/>
              <a:buFont typeface="Roboto"/>
              <a:buChar char="○"/>
              <a:defRPr>
                <a:latin typeface="Roboto"/>
                <a:ea typeface="Roboto"/>
                <a:cs typeface="Roboto"/>
                <a:sym typeface="Roboto"/>
              </a:defRPr>
            </a:lvl8pPr>
            <a:lvl9pPr marL="4114800" lvl="8" indent="-317500" rtl="0">
              <a:spcBef>
                <a:spcPts val="1400"/>
              </a:spcBef>
              <a:spcAft>
                <a:spcPts val="1400"/>
              </a:spcAft>
              <a:buSzPts val="1400"/>
              <a:buFont typeface="Roboto"/>
              <a:buChar char="■"/>
              <a:defRPr>
                <a:latin typeface="Roboto"/>
                <a:ea typeface="Roboto"/>
                <a:cs typeface="Roboto"/>
                <a:sym typeface="Roboto"/>
              </a:defRPr>
            </a:lvl9pPr>
          </a:lstStyle>
          <a:p>
            <a:endParaRPr/>
          </a:p>
        </p:txBody>
      </p:sp>
      <p:sp>
        <p:nvSpPr>
          <p:cNvPr id="20" name="Google Shape;20;p3"/>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d Footer - Title &amp; Body">
  <p:cSld name="CUSTOM_3_1">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3" name="Google Shape;23;p4"/>
          <p:cNvSpPr/>
          <p:nvPr/>
        </p:nvSpPr>
        <p:spPr>
          <a:xfrm flipH="1">
            <a:off x="22273" y="9030267"/>
            <a:ext cx="7771972" cy="1072402"/>
          </a:xfrm>
          <a:custGeom>
            <a:avLst/>
            <a:gdLst/>
            <a:ahLst/>
            <a:cxnLst/>
            <a:rect l="l" t="t" r="r" b="b"/>
            <a:pathLst>
              <a:path w="367556" h="19840" extrusionOk="0">
                <a:moveTo>
                  <a:pt x="0" y="19840"/>
                </a:moveTo>
                <a:lnTo>
                  <a:pt x="515" y="0"/>
                </a:lnTo>
                <a:lnTo>
                  <a:pt x="367556" y="11270"/>
                </a:lnTo>
                <a:lnTo>
                  <a:pt x="367044" y="18698"/>
                </a:lnTo>
                <a:close/>
              </a:path>
            </a:pathLst>
          </a:custGeom>
          <a:solidFill>
            <a:srgbClr val="800000"/>
          </a:solidFill>
          <a:ln>
            <a:noFill/>
          </a:ln>
        </p:spPr>
      </p:sp>
      <p:sp>
        <p:nvSpPr>
          <p:cNvPr id="24" name="Google Shape;24;p4"/>
          <p:cNvSpPr/>
          <p:nvPr/>
        </p:nvSpPr>
        <p:spPr>
          <a:xfrm flipH="1">
            <a:off x="-10838" y="9165362"/>
            <a:ext cx="4054501" cy="926906"/>
          </a:xfrm>
          <a:custGeom>
            <a:avLst/>
            <a:gdLst/>
            <a:ahLst/>
            <a:cxnLst/>
            <a:rect l="l" t="t" r="r" b="b"/>
            <a:pathLst>
              <a:path w="366343" h="18959" extrusionOk="0">
                <a:moveTo>
                  <a:pt x="0" y="18521"/>
                </a:moveTo>
                <a:lnTo>
                  <a:pt x="366343" y="0"/>
                </a:lnTo>
                <a:lnTo>
                  <a:pt x="366052" y="18959"/>
                </a:lnTo>
                <a:close/>
              </a:path>
            </a:pathLst>
          </a:custGeom>
          <a:solidFill>
            <a:srgbClr val="EA4335"/>
          </a:solidFill>
          <a:ln>
            <a:noFill/>
          </a:ln>
        </p:spPr>
      </p:sp>
      <p:pic>
        <p:nvPicPr>
          <p:cNvPr id="25" name="Google Shape;25;p4"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26" name="Google Shape;26;p4"/>
          <p:cNvSpPr txBox="1">
            <a:spLocks noGrp="1"/>
          </p:cNvSpPr>
          <p:nvPr>
            <p:ph type="body" idx="1"/>
          </p:nvPr>
        </p:nvSpPr>
        <p:spPr>
          <a:xfrm>
            <a:off x="149791" y="2553711"/>
            <a:ext cx="4458300" cy="5097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Roboto"/>
              <a:buChar char="●"/>
              <a:defRPr sz="1400">
                <a:latin typeface="Roboto"/>
                <a:ea typeface="Roboto"/>
                <a:cs typeface="Roboto"/>
                <a:sym typeface="Roboto"/>
              </a:defRPr>
            </a:lvl1pPr>
            <a:lvl2pPr marL="914400" lvl="1" indent="-317500" rtl="0">
              <a:spcBef>
                <a:spcPts val="1400"/>
              </a:spcBef>
              <a:spcAft>
                <a:spcPts val="0"/>
              </a:spcAft>
              <a:buSzPts val="1400"/>
              <a:buFont typeface="Roboto"/>
              <a:buChar char="○"/>
              <a:defRPr>
                <a:latin typeface="Roboto"/>
                <a:ea typeface="Roboto"/>
                <a:cs typeface="Roboto"/>
                <a:sym typeface="Roboto"/>
              </a:defRPr>
            </a:lvl2pPr>
            <a:lvl3pPr marL="1371600" lvl="2" indent="-317500" rtl="0">
              <a:spcBef>
                <a:spcPts val="1400"/>
              </a:spcBef>
              <a:spcAft>
                <a:spcPts val="0"/>
              </a:spcAft>
              <a:buSzPts val="1400"/>
              <a:buFont typeface="Roboto"/>
              <a:buChar char="■"/>
              <a:defRPr>
                <a:latin typeface="Roboto"/>
                <a:ea typeface="Roboto"/>
                <a:cs typeface="Roboto"/>
                <a:sym typeface="Roboto"/>
              </a:defRPr>
            </a:lvl3pPr>
            <a:lvl4pPr marL="1828800" lvl="3" indent="-317500" rtl="0">
              <a:spcBef>
                <a:spcPts val="1400"/>
              </a:spcBef>
              <a:spcAft>
                <a:spcPts val="0"/>
              </a:spcAft>
              <a:buSzPts val="1400"/>
              <a:buFont typeface="Roboto"/>
              <a:buChar char="●"/>
              <a:defRPr>
                <a:latin typeface="Roboto"/>
                <a:ea typeface="Roboto"/>
                <a:cs typeface="Roboto"/>
                <a:sym typeface="Roboto"/>
              </a:defRPr>
            </a:lvl4pPr>
            <a:lvl5pPr marL="2286000" lvl="4" indent="-317500" rtl="0">
              <a:spcBef>
                <a:spcPts val="1400"/>
              </a:spcBef>
              <a:spcAft>
                <a:spcPts val="0"/>
              </a:spcAft>
              <a:buSzPts val="1400"/>
              <a:buFont typeface="Roboto"/>
              <a:buChar char="○"/>
              <a:defRPr>
                <a:latin typeface="Roboto"/>
                <a:ea typeface="Roboto"/>
                <a:cs typeface="Roboto"/>
                <a:sym typeface="Roboto"/>
              </a:defRPr>
            </a:lvl5pPr>
            <a:lvl6pPr marL="2743200" lvl="5" indent="-317500" rtl="0">
              <a:spcBef>
                <a:spcPts val="1400"/>
              </a:spcBef>
              <a:spcAft>
                <a:spcPts val="0"/>
              </a:spcAft>
              <a:buSzPts val="1400"/>
              <a:buFont typeface="Roboto"/>
              <a:buChar char="■"/>
              <a:defRPr>
                <a:latin typeface="Roboto"/>
                <a:ea typeface="Roboto"/>
                <a:cs typeface="Roboto"/>
                <a:sym typeface="Roboto"/>
              </a:defRPr>
            </a:lvl6pPr>
            <a:lvl7pPr marL="3200400" lvl="6" indent="-317500" rtl="0">
              <a:spcBef>
                <a:spcPts val="1400"/>
              </a:spcBef>
              <a:spcAft>
                <a:spcPts val="0"/>
              </a:spcAft>
              <a:buSzPts val="1400"/>
              <a:buFont typeface="Roboto"/>
              <a:buChar char="●"/>
              <a:defRPr>
                <a:latin typeface="Roboto"/>
                <a:ea typeface="Roboto"/>
                <a:cs typeface="Roboto"/>
                <a:sym typeface="Roboto"/>
              </a:defRPr>
            </a:lvl7pPr>
            <a:lvl8pPr marL="3657600" lvl="7" indent="-317500" rtl="0">
              <a:spcBef>
                <a:spcPts val="1400"/>
              </a:spcBef>
              <a:spcAft>
                <a:spcPts val="0"/>
              </a:spcAft>
              <a:buSzPts val="1400"/>
              <a:buFont typeface="Roboto"/>
              <a:buChar char="○"/>
              <a:defRPr>
                <a:latin typeface="Roboto"/>
                <a:ea typeface="Roboto"/>
                <a:cs typeface="Roboto"/>
                <a:sym typeface="Roboto"/>
              </a:defRPr>
            </a:lvl8pPr>
            <a:lvl9pPr marL="4114800" lvl="8" indent="-317500" rtl="0">
              <a:spcBef>
                <a:spcPts val="1400"/>
              </a:spcBef>
              <a:spcAft>
                <a:spcPts val="1400"/>
              </a:spcAft>
              <a:buSzPts val="1400"/>
              <a:buFont typeface="Roboto"/>
              <a:buChar char="■"/>
              <a:defRPr>
                <a:latin typeface="Roboto"/>
                <a:ea typeface="Roboto"/>
                <a:cs typeface="Roboto"/>
                <a:sym typeface="Roboto"/>
              </a:defRPr>
            </a:lvl9pPr>
          </a:lstStyle>
          <a:p>
            <a:endParaRPr/>
          </a:p>
        </p:txBody>
      </p:sp>
      <p:sp>
        <p:nvSpPr>
          <p:cNvPr id="27" name="Google Shape;27;p4"/>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Yellow Footer - Title &amp; Body">
  <p:cSld name="CUSTOM_3_1_1">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0" name="Google Shape;30;p5"/>
          <p:cNvSpPr/>
          <p:nvPr/>
        </p:nvSpPr>
        <p:spPr>
          <a:xfrm flipH="1">
            <a:off x="22273" y="9030267"/>
            <a:ext cx="7771972" cy="1072402"/>
          </a:xfrm>
          <a:custGeom>
            <a:avLst/>
            <a:gdLst/>
            <a:ahLst/>
            <a:cxnLst/>
            <a:rect l="l" t="t" r="r" b="b"/>
            <a:pathLst>
              <a:path w="367556" h="19840" extrusionOk="0">
                <a:moveTo>
                  <a:pt x="0" y="19840"/>
                </a:moveTo>
                <a:lnTo>
                  <a:pt x="515" y="0"/>
                </a:lnTo>
                <a:lnTo>
                  <a:pt x="367556" y="11270"/>
                </a:lnTo>
                <a:lnTo>
                  <a:pt x="367044" y="18698"/>
                </a:lnTo>
                <a:close/>
              </a:path>
            </a:pathLst>
          </a:custGeom>
          <a:solidFill>
            <a:srgbClr val="FBBC05"/>
          </a:solidFill>
          <a:ln>
            <a:noFill/>
          </a:ln>
        </p:spPr>
      </p:sp>
      <p:sp>
        <p:nvSpPr>
          <p:cNvPr id="31" name="Google Shape;31;p5"/>
          <p:cNvSpPr txBox="1">
            <a:spLocks noGrp="1"/>
          </p:cNvSpPr>
          <p:nvPr>
            <p:ph type="body" idx="1"/>
          </p:nvPr>
        </p:nvSpPr>
        <p:spPr>
          <a:xfrm>
            <a:off x="149791" y="2553711"/>
            <a:ext cx="4458300" cy="5097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Roboto"/>
              <a:buChar char="●"/>
              <a:defRPr sz="1400">
                <a:latin typeface="Roboto"/>
                <a:ea typeface="Roboto"/>
                <a:cs typeface="Roboto"/>
                <a:sym typeface="Roboto"/>
              </a:defRPr>
            </a:lvl1pPr>
            <a:lvl2pPr marL="914400" lvl="1" indent="-317500" rtl="0">
              <a:spcBef>
                <a:spcPts val="1400"/>
              </a:spcBef>
              <a:spcAft>
                <a:spcPts val="0"/>
              </a:spcAft>
              <a:buSzPts val="1400"/>
              <a:buFont typeface="Roboto"/>
              <a:buChar char="○"/>
              <a:defRPr>
                <a:latin typeface="Roboto"/>
                <a:ea typeface="Roboto"/>
                <a:cs typeface="Roboto"/>
                <a:sym typeface="Roboto"/>
              </a:defRPr>
            </a:lvl2pPr>
            <a:lvl3pPr marL="1371600" lvl="2" indent="-317500" rtl="0">
              <a:spcBef>
                <a:spcPts val="1400"/>
              </a:spcBef>
              <a:spcAft>
                <a:spcPts val="0"/>
              </a:spcAft>
              <a:buSzPts val="1400"/>
              <a:buFont typeface="Roboto"/>
              <a:buChar char="■"/>
              <a:defRPr>
                <a:latin typeface="Roboto"/>
                <a:ea typeface="Roboto"/>
                <a:cs typeface="Roboto"/>
                <a:sym typeface="Roboto"/>
              </a:defRPr>
            </a:lvl3pPr>
            <a:lvl4pPr marL="1828800" lvl="3" indent="-317500" rtl="0">
              <a:spcBef>
                <a:spcPts val="1400"/>
              </a:spcBef>
              <a:spcAft>
                <a:spcPts val="0"/>
              </a:spcAft>
              <a:buSzPts val="1400"/>
              <a:buFont typeface="Roboto"/>
              <a:buChar char="●"/>
              <a:defRPr>
                <a:latin typeface="Roboto"/>
                <a:ea typeface="Roboto"/>
                <a:cs typeface="Roboto"/>
                <a:sym typeface="Roboto"/>
              </a:defRPr>
            </a:lvl4pPr>
            <a:lvl5pPr marL="2286000" lvl="4" indent="-317500" rtl="0">
              <a:spcBef>
                <a:spcPts val="1400"/>
              </a:spcBef>
              <a:spcAft>
                <a:spcPts val="0"/>
              </a:spcAft>
              <a:buSzPts val="1400"/>
              <a:buFont typeface="Roboto"/>
              <a:buChar char="○"/>
              <a:defRPr>
                <a:latin typeface="Roboto"/>
                <a:ea typeface="Roboto"/>
                <a:cs typeface="Roboto"/>
                <a:sym typeface="Roboto"/>
              </a:defRPr>
            </a:lvl5pPr>
            <a:lvl6pPr marL="2743200" lvl="5" indent="-317500" rtl="0">
              <a:spcBef>
                <a:spcPts val="1400"/>
              </a:spcBef>
              <a:spcAft>
                <a:spcPts val="0"/>
              </a:spcAft>
              <a:buSzPts val="1400"/>
              <a:buFont typeface="Roboto"/>
              <a:buChar char="■"/>
              <a:defRPr>
                <a:latin typeface="Roboto"/>
                <a:ea typeface="Roboto"/>
                <a:cs typeface="Roboto"/>
                <a:sym typeface="Roboto"/>
              </a:defRPr>
            </a:lvl6pPr>
            <a:lvl7pPr marL="3200400" lvl="6" indent="-317500" rtl="0">
              <a:spcBef>
                <a:spcPts val="1400"/>
              </a:spcBef>
              <a:spcAft>
                <a:spcPts val="0"/>
              </a:spcAft>
              <a:buSzPts val="1400"/>
              <a:buFont typeface="Roboto"/>
              <a:buChar char="●"/>
              <a:defRPr>
                <a:latin typeface="Roboto"/>
                <a:ea typeface="Roboto"/>
                <a:cs typeface="Roboto"/>
                <a:sym typeface="Roboto"/>
              </a:defRPr>
            </a:lvl7pPr>
            <a:lvl8pPr marL="3657600" lvl="7" indent="-317500" rtl="0">
              <a:spcBef>
                <a:spcPts val="1400"/>
              </a:spcBef>
              <a:spcAft>
                <a:spcPts val="0"/>
              </a:spcAft>
              <a:buSzPts val="1400"/>
              <a:buFont typeface="Roboto"/>
              <a:buChar char="○"/>
              <a:defRPr>
                <a:latin typeface="Roboto"/>
                <a:ea typeface="Roboto"/>
                <a:cs typeface="Roboto"/>
                <a:sym typeface="Roboto"/>
              </a:defRPr>
            </a:lvl8pPr>
            <a:lvl9pPr marL="4114800" lvl="8" indent="-317500" rtl="0">
              <a:spcBef>
                <a:spcPts val="1400"/>
              </a:spcBef>
              <a:spcAft>
                <a:spcPts val="1400"/>
              </a:spcAft>
              <a:buSzPts val="1400"/>
              <a:buFont typeface="Roboto"/>
              <a:buChar char="■"/>
              <a:defRPr>
                <a:latin typeface="Roboto"/>
                <a:ea typeface="Roboto"/>
                <a:cs typeface="Roboto"/>
                <a:sym typeface="Roboto"/>
              </a:defRPr>
            </a:lvl9pPr>
          </a:lstStyle>
          <a:p>
            <a:endParaRPr/>
          </a:p>
        </p:txBody>
      </p:sp>
      <p:sp>
        <p:nvSpPr>
          <p:cNvPr id="32" name="Google Shape;32;p5"/>
          <p:cNvSpPr/>
          <p:nvPr/>
        </p:nvSpPr>
        <p:spPr>
          <a:xfrm flipH="1">
            <a:off x="-10838" y="9147747"/>
            <a:ext cx="4054501" cy="926906"/>
          </a:xfrm>
          <a:custGeom>
            <a:avLst/>
            <a:gdLst/>
            <a:ahLst/>
            <a:cxnLst/>
            <a:rect l="l" t="t" r="r" b="b"/>
            <a:pathLst>
              <a:path w="366343" h="18959" extrusionOk="0">
                <a:moveTo>
                  <a:pt x="0" y="18521"/>
                </a:moveTo>
                <a:lnTo>
                  <a:pt x="366343" y="0"/>
                </a:lnTo>
                <a:lnTo>
                  <a:pt x="366052" y="18959"/>
                </a:lnTo>
                <a:close/>
              </a:path>
            </a:pathLst>
          </a:custGeom>
          <a:solidFill>
            <a:srgbClr val="FFCC50"/>
          </a:solidFill>
          <a:ln>
            <a:noFill/>
          </a:ln>
        </p:spPr>
      </p:sp>
      <p:pic>
        <p:nvPicPr>
          <p:cNvPr id="33" name="Google Shape;33;p5"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34" name="Google Shape;34;p5"/>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reen Footer - Title &amp; Body">
  <p:cSld name="CUSTOM_3_1_1_1">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7" name="Google Shape;37;p6"/>
          <p:cNvSpPr/>
          <p:nvPr/>
        </p:nvSpPr>
        <p:spPr>
          <a:xfrm>
            <a:off x="68914" y="9030267"/>
            <a:ext cx="7725331" cy="1072402"/>
          </a:xfrm>
          <a:custGeom>
            <a:avLst/>
            <a:gdLst/>
            <a:ahLst/>
            <a:cxnLst/>
            <a:rect l="l" t="t" r="r" b="b"/>
            <a:pathLst>
              <a:path w="363545" h="21935" extrusionOk="0">
                <a:moveTo>
                  <a:pt x="363545" y="21935"/>
                </a:moveTo>
                <a:lnTo>
                  <a:pt x="363036" y="0"/>
                </a:lnTo>
                <a:lnTo>
                  <a:pt x="0" y="12743"/>
                </a:lnTo>
                <a:lnTo>
                  <a:pt x="869" y="20673"/>
                </a:lnTo>
                <a:close/>
              </a:path>
            </a:pathLst>
          </a:custGeom>
          <a:solidFill>
            <a:srgbClr val="349351"/>
          </a:solidFill>
          <a:ln>
            <a:noFill/>
          </a:ln>
        </p:spPr>
      </p:sp>
      <p:sp>
        <p:nvSpPr>
          <p:cNvPr id="38" name="Google Shape;38;p6"/>
          <p:cNvSpPr/>
          <p:nvPr/>
        </p:nvSpPr>
        <p:spPr>
          <a:xfrm flipH="1">
            <a:off x="-10838" y="9165362"/>
            <a:ext cx="4054501" cy="926906"/>
          </a:xfrm>
          <a:custGeom>
            <a:avLst/>
            <a:gdLst/>
            <a:ahLst/>
            <a:cxnLst/>
            <a:rect l="l" t="t" r="r" b="b"/>
            <a:pathLst>
              <a:path w="366343" h="18959" extrusionOk="0">
                <a:moveTo>
                  <a:pt x="0" y="18521"/>
                </a:moveTo>
                <a:lnTo>
                  <a:pt x="366343" y="0"/>
                </a:lnTo>
                <a:lnTo>
                  <a:pt x="366052" y="18959"/>
                </a:lnTo>
                <a:close/>
              </a:path>
            </a:pathLst>
          </a:custGeom>
          <a:solidFill>
            <a:srgbClr val="34A853"/>
          </a:solidFill>
          <a:ln>
            <a:noFill/>
          </a:ln>
        </p:spPr>
      </p:sp>
      <p:pic>
        <p:nvPicPr>
          <p:cNvPr id="39" name="Google Shape;39;p6"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40" name="Google Shape;40;p6"/>
          <p:cNvSpPr txBox="1">
            <a:spLocks noGrp="1"/>
          </p:cNvSpPr>
          <p:nvPr>
            <p:ph type="body" idx="1"/>
          </p:nvPr>
        </p:nvSpPr>
        <p:spPr>
          <a:xfrm>
            <a:off x="149791" y="2553711"/>
            <a:ext cx="4458300" cy="5097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Roboto"/>
              <a:buChar char="●"/>
              <a:defRPr sz="1400">
                <a:latin typeface="Roboto"/>
                <a:ea typeface="Roboto"/>
                <a:cs typeface="Roboto"/>
                <a:sym typeface="Roboto"/>
              </a:defRPr>
            </a:lvl1pPr>
            <a:lvl2pPr marL="914400" lvl="1" indent="-317500" rtl="0">
              <a:spcBef>
                <a:spcPts val="1400"/>
              </a:spcBef>
              <a:spcAft>
                <a:spcPts val="0"/>
              </a:spcAft>
              <a:buSzPts val="1400"/>
              <a:buFont typeface="Roboto"/>
              <a:buChar char="○"/>
              <a:defRPr>
                <a:latin typeface="Roboto"/>
                <a:ea typeface="Roboto"/>
                <a:cs typeface="Roboto"/>
                <a:sym typeface="Roboto"/>
              </a:defRPr>
            </a:lvl2pPr>
            <a:lvl3pPr marL="1371600" lvl="2" indent="-317500" rtl="0">
              <a:spcBef>
                <a:spcPts val="1400"/>
              </a:spcBef>
              <a:spcAft>
                <a:spcPts val="0"/>
              </a:spcAft>
              <a:buSzPts val="1400"/>
              <a:buFont typeface="Roboto"/>
              <a:buChar char="■"/>
              <a:defRPr>
                <a:latin typeface="Roboto"/>
                <a:ea typeface="Roboto"/>
                <a:cs typeface="Roboto"/>
                <a:sym typeface="Roboto"/>
              </a:defRPr>
            </a:lvl3pPr>
            <a:lvl4pPr marL="1828800" lvl="3" indent="-317500" rtl="0">
              <a:spcBef>
                <a:spcPts val="1400"/>
              </a:spcBef>
              <a:spcAft>
                <a:spcPts val="0"/>
              </a:spcAft>
              <a:buSzPts val="1400"/>
              <a:buFont typeface="Roboto"/>
              <a:buChar char="●"/>
              <a:defRPr>
                <a:latin typeface="Roboto"/>
                <a:ea typeface="Roboto"/>
                <a:cs typeface="Roboto"/>
                <a:sym typeface="Roboto"/>
              </a:defRPr>
            </a:lvl4pPr>
            <a:lvl5pPr marL="2286000" lvl="4" indent="-317500" rtl="0">
              <a:spcBef>
                <a:spcPts val="1400"/>
              </a:spcBef>
              <a:spcAft>
                <a:spcPts val="0"/>
              </a:spcAft>
              <a:buSzPts val="1400"/>
              <a:buFont typeface="Roboto"/>
              <a:buChar char="○"/>
              <a:defRPr>
                <a:latin typeface="Roboto"/>
                <a:ea typeface="Roboto"/>
                <a:cs typeface="Roboto"/>
                <a:sym typeface="Roboto"/>
              </a:defRPr>
            </a:lvl5pPr>
            <a:lvl6pPr marL="2743200" lvl="5" indent="-317500" rtl="0">
              <a:spcBef>
                <a:spcPts val="1400"/>
              </a:spcBef>
              <a:spcAft>
                <a:spcPts val="0"/>
              </a:spcAft>
              <a:buSzPts val="1400"/>
              <a:buFont typeface="Roboto"/>
              <a:buChar char="■"/>
              <a:defRPr>
                <a:latin typeface="Roboto"/>
                <a:ea typeface="Roboto"/>
                <a:cs typeface="Roboto"/>
                <a:sym typeface="Roboto"/>
              </a:defRPr>
            </a:lvl6pPr>
            <a:lvl7pPr marL="3200400" lvl="6" indent="-317500" rtl="0">
              <a:spcBef>
                <a:spcPts val="1400"/>
              </a:spcBef>
              <a:spcAft>
                <a:spcPts val="0"/>
              </a:spcAft>
              <a:buSzPts val="1400"/>
              <a:buFont typeface="Roboto"/>
              <a:buChar char="●"/>
              <a:defRPr>
                <a:latin typeface="Roboto"/>
                <a:ea typeface="Roboto"/>
                <a:cs typeface="Roboto"/>
                <a:sym typeface="Roboto"/>
              </a:defRPr>
            </a:lvl7pPr>
            <a:lvl8pPr marL="3657600" lvl="7" indent="-317500" rtl="0">
              <a:spcBef>
                <a:spcPts val="1400"/>
              </a:spcBef>
              <a:spcAft>
                <a:spcPts val="0"/>
              </a:spcAft>
              <a:buSzPts val="1400"/>
              <a:buFont typeface="Roboto"/>
              <a:buChar char="○"/>
              <a:defRPr>
                <a:latin typeface="Roboto"/>
                <a:ea typeface="Roboto"/>
                <a:cs typeface="Roboto"/>
                <a:sym typeface="Roboto"/>
              </a:defRPr>
            </a:lvl8pPr>
            <a:lvl9pPr marL="4114800" lvl="8" indent="-317500" rtl="0">
              <a:spcBef>
                <a:spcPts val="1400"/>
              </a:spcBef>
              <a:spcAft>
                <a:spcPts val="1400"/>
              </a:spcAft>
              <a:buSzPts val="1400"/>
              <a:buFont typeface="Roboto"/>
              <a:buChar char="■"/>
              <a:defRPr>
                <a:latin typeface="Roboto"/>
                <a:ea typeface="Roboto"/>
                <a:cs typeface="Roboto"/>
                <a:sym typeface="Roboto"/>
              </a:defRPr>
            </a:lvl9pPr>
          </a:lstStyle>
          <a:p>
            <a:endParaRPr/>
          </a:p>
        </p:txBody>
      </p:sp>
      <p:sp>
        <p:nvSpPr>
          <p:cNvPr id="41" name="Google Shape;41;p6"/>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ray Footer - Title &amp; Body">
  <p:cSld name="CUSTOM_3_1_1_1_1">
    <p:spTree>
      <p:nvGrpSpPr>
        <p:cNvPr id="1" name="Shape 42"/>
        <p:cNvGrpSpPr/>
        <p:nvPr/>
      </p:nvGrpSpPr>
      <p:grpSpPr>
        <a:xfrm>
          <a:off x="0" y="0"/>
          <a:ext cx="0" cy="0"/>
          <a:chOff x="0" y="0"/>
          <a:chExt cx="0" cy="0"/>
        </a:xfrm>
      </p:grpSpPr>
      <p:sp>
        <p:nvSpPr>
          <p:cNvPr id="43" name="Google Shape;43;p7"/>
          <p:cNvSpPr/>
          <p:nvPr/>
        </p:nvSpPr>
        <p:spPr>
          <a:xfrm flipH="1">
            <a:off x="22273" y="9030267"/>
            <a:ext cx="7771972" cy="1072402"/>
          </a:xfrm>
          <a:custGeom>
            <a:avLst/>
            <a:gdLst/>
            <a:ahLst/>
            <a:cxnLst/>
            <a:rect l="l" t="t" r="r" b="b"/>
            <a:pathLst>
              <a:path w="367556" h="19840" extrusionOk="0">
                <a:moveTo>
                  <a:pt x="0" y="19840"/>
                </a:moveTo>
                <a:lnTo>
                  <a:pt x="515" y="0"/>
                </a:lnTo>
                <a:lnTo>
                  <a:pt x="367556" y="11270"/>
                </a:lnTo>
                <a:lnTo>
                  <a:pt x="367044" y="18698"/>
                </a:lnTo>
                <a:close/>
              </a:path>
            </a:pathLst>
          </a:custGeom>
          <a:solidFill>
            <a:srgbClr val="666666"/>
          </a:solidFill>
          <a:ln>
            <a:noFill/>
          </a:ln>
        </p:spPr>
      </p:sp>
      <p:sp>
        <p:nvSpPr>
          <p:cNvPr id="44" name="Google Shape;44;p7"/>
          <p:cNvSpPr/>
          <p:nvPr/>
        </p:nvSpPr>
        <p:spPr>
          <a:xfrm flipH="1">
            <a:off x="-10838" y="9165362"/>
            <a:ext cx="4054501" cy="926906"/>
          </a:xfrm>
          <a:custGeom>
            <a:avLst/>
            <a:gdLst/>
            <a:ahLst/>
            <a:cxnLst/>
            <a:rect l="l" t="t" r="r" b="b"/>
            <a:pathLst>
              <a:path w="366343" h="18959" extrusionOk="0">
                <a:moveTo>
                  <a:pt x="0" y="18521"/>
                </a:moveTo>
                <a:lnTo>
                  <a:pt x="366343" y="0"/>
                </a:lnTo>
                <a:lnTo>
                  <a:pt x="366052" y="18959"/>
                </a:lnTo>
                <a:close/>
              </a:path>
            </a:pathLst>
          </a:custGeom>
          <a:solidFill>
            <a:srgbClr val="999999"/>
          </a:solidFill>
          <a:ln>
            <a:noFill/>
          </a:ln>
        </p:spPr>
      </p:sp>
      <p:pic>
        <p:nvPicPr>
          <p:cNvPr id="45" name="Google Shape;45;p7"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46" name="Google Shape;46;p7"/>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47" name="Google Shape;47;p7"/>
          <p:cNvSpPr txBox="1">
            <a:spLocks noGrp="1"/>
          </p:cNvSpPr>
          <p:nvPr>
            <p:ph type="body" idx="1"/>
          </p:nvPr>
        </p:nvSpPr>
        <p:spPr>
          <a:xfrm>
            <a:off x="149791" y="2553711"/>
            <a:ext cx="4458300" cy="50976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Roboto"/>
              <a:buChar char="●"/>
              <a:defRPr sz="1400">
                <a:latin typeface="Roboto"/>
                <a:ea typeface="Roboto"/>
                <a:cs typeface="Roboto"/>
                <a:sym typeface="Roboto"/>
              </a:defRPr>
            </a:lvl1pPr>
            <a:lvl2pPr marL="914400" lvl="1" indent="-317500" rtl="0">
              <a:spcBef>
                <a:spcPts val="1400"/>
              </a:spcBef>
              <a:spcAft>
                <a:spcPts val="0"/>
              </a:spcAft>
              <a:buSzPts val="1400"/>
              <a:buFont typeface="Roboto"/>
              <a:buChar char="○"/>
              <a:defRPr>
                <a:latin typeface="Roboto"/>
                <a:ea typeface="Roboto"/>
                <a:cs typeface="Roboto"/>
                <a:sym typeface="Roboto"/>
              </a:defRPr>
            </a:lvl2pPr>
            <a:lvl3pPr marL="1371600" lvl="2" indent="-317500" rtl="0">
              <a:spcBef>
                <a:spcPts val="1400"/>
              </a:spcBef>
              <a:spcAft>
                <a:spcPts val="0"/>
              </a:spcAft>
              <a:buSzPts val="1400"/>
              <a:buFont typeface="Roboto"/>
              <a:buChar char="■"/>
              <a:defRPr>
                <a:latin typeface="Roboto"/>
                <a:ea typeface="Roboto"/>
                <a:cs typeface="Roboto"/>
                <a:sym typeface="Roboto"/>
              </a:defRPr>
            </a:lvl3pPr>
            <a:lvl4pPr marL="1828800" lvl="3" indent="-317500" rtl="0">
              <a:spcBef>
                <a:spcPts val="1400"/>
              </a:spcBef>
              <a:spcAft>
                <a:spcPts val="0"/>
              </a:spcAft>
              <a:buSzPts val="1400"/>
              <a:buFont typeface="Roboto"/>
              <a:buChar char="●"/>
              <a:defRPr>
                <a:latin typeface="Roboto"/>
                <a:ea typeface="Roboto"/>
                <a:cs typeface="Roboto"/>
                <a:sym typeface="Roboto"/>
              </a:defRPr>
            </a:lvl4pPr>
            <a:lvl5pPr marL="2286000" lvl="4" indent="-317500" rtl="0">
              <a:spcBef>
                <a:spcPts val="1400"/>
              </a:spcBef>
              <a:spcAft>
                <a:spcPts val="0"/>
              </a:spcAft>
              <a:buSzPts val="1400"/>
              <a:buFont typeface="Roboto"/>
              <a:buChar char="○"/>
              <a:defRPr>
                <a:latin typeface="Roboto"/>
                <a:ea typeface="Roboto"/>
                <a:cs typeface="Roboto"/>
                <a:sym typeface="Roboto"/>
              </a:defRPr>
            </a:lvl5pPr>
            <a:lvl6pPr marL="2743200" lvl="5" indent="-317500" rtl="0">
              <a:spcBef>
                <a:spcPts val="1400"/>
              </a:spcBef>
              <a:spcAft>
                <a:spcPts val="0"/>
              </a:spcAft>
              <a:buSzPts val="1400"/>
              <a:buFont typeface="Roboto"/>
              <a:buChar char="■"/>
              <a:defRPr>
                <a:latin typeface="Roboto"/>
                <a:ea typeface="Roboto"/>
                <a:cs typeface="Roboto"/>
                <a:sym typeface="Roboto"/>
              </a:defRPr>
            </a:lvl6pPr>
            <a:lvl7pPr marL="3200400" lvl="6" indent="-317500" rtl="0">
              <a:spcBef>
                <a:spcPts val="1400"/>
              </a:spcBef>
              <a:spcAft>
                <a:spcPts val="0"/>
              </a:spcAft>
              <a:buSzPts val="1400"/>
              <a:buFont typeface="Roboto"/>
              <a:buChar char="●"/>
              <a:defRPr>
                <a:latin typeface="Roboto"/>
                <a:ea typeface="Roboto"/>
                <a:cs typeface="Roboto"/>
                <a:sym typeface="Roboto"/>
              </a:defRPr>
            </a:lvl7pPr>
            <a:lvl8pPr marL="3657600" lvl="7" indent="-317500" rtl="0">
              <a:spcBef>
                <a:spcPts val="1400"/>
              </a:spcBef>
              <a:spcAft>
                <a:spcPts val="0"/>
              </a:spcAft>
              <a:buSzPts val="1400"/>
              <a:buFont typeface="Roboto"/>
              <a:buChar char="○"/>
              <a:defRPr>
                <a:latin typeface="Roboto"/>
                <a:ea typeface="Roboto"/>
                <a:cs typeface="Roboto"/>
                <a:sym typeface="Roboto"/>
              </a:defRPr>
            </a:lvl8pPr>
            <a:lvl9pPr marL="4114800" lvl="8" indent="-317500" rtl="0">
              <a:spcBef>
                <a:spcPts val="1400"/>
              </a:spcBef>
              <a:spcAft>
                <a:spcPts val="1400"/>
              </a:spcAft>
              <a:buSzPts val="1400"/>
              <a:buFont typeface="Roboto"/>
              <a:buChar char="■"/>
              <a:defRPr>
                <a:latin typeface="Roboto"/>
                <a:ea typeface="Roboto"/>
                <a:cs typeface="Roboto"/>
                <a:sym typeface="Roboto"/>
              </a:defRPr>
            </a:lvl9pPr>
          </a:lstStyle>
          <a:p>
            <a:endParaRPr/>
          </a:p>
        </p:txBody>
      </p:sp>
      <p:sp>
        <p:nvSpPr>
          <p:cNvPr id="48" name="Google Shape;48;p7"/>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Blue Footer">
  <p:cSld name="TITLE_2_1">
    <p:spTree>
      <p:nvGrpSpPr>
        <p:cNvPr id="1" name="Shape 49"/>
        <p:cNvGrpSpPr/>
        <p:nvPr/>
      </p:nvGrpSpPr>
      <p:grpSpPr>
        <a:xfrm>
          <a:off x="0" y="0"/>
          <a:ext cx="0" cy="0"/>
          <a:chOff x="0" y="0"/>
          <a:chExt cx="0" cy="0"/>
        </a:xfrm>
      </p:grpSpPr>
      <p:sp>
        <p:nvSpPr>
          <p:cNvPr id="50" name="Google Shape;50;p8"/>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sp>
        <p:nvSpPr>
          <p:cNvPr id="51" name="Google Shape;51;p8"/>
          <p:cNvSpPr txBox="1">
            <a:spLocks noGrp="1"/>
          </p:cNvSpPr>
          <p:nvPr>
            <p:ph type="title"/>
          </p:nvPr>
        </p:nvSpPr>
        <p:spPr>
          <a:xfrm>
            <a:off x="149791" y="346769"/>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2" name="Google Shape;52;p8"/>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grpSp>
        <p:nvGrpSpPr>
          <p:cNvPr id="53" name="Google Shape;53;p8"/>
          <p:cNvGrpSpPr/>
          <p:nvPr/>
        </p:nvGrpSpPr>
        <p:grpSpPr>
          <a:xfrm>
            <a:off x="-16250" y="9048087"/>
            <a:ext cx="7804900" cy="1072407"/>
            <a:chOff x="-19118" y="4617750"/>
            <a:chExt cx="9182236" cy="548378"/>
          </a:xfrm>
        </p:grpSpPr>
        <p:sp>
          <p:nvSpPr>
            <p:cNvPr id="54" name="Google Shape;54;p8"/>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txBody>
            <a:bodyPr/>
            <a:lstStyle/>
            <a:p>
              <a:endParaRPr lang="en-US"/>
            </a:p>
          </p:txBody>
        </p:sp>
        <p:sp>
          <p:nvSpPr>
            <p:cNvPr id="55" name="Google Shape;55;p8"/>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txBody>
            <a:bodyPr/>
            <a:lstStyle/>
            <a:p>
              <a:endParaRPr 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Red Footer">
  <p:cSld name="TITLE_2_1_1">
    <p:spTree>
      <p:nvGrpSpPr>
        <p:cNvPr id="1" name="Shape 56"/>
        <p:cNvGrpSpPr/>
        <p:nvPr/>
      </p:nvGrpSpPr>
      <p:grpSpPr>
        <a:xfrm>
          <a:off x="0" y="0"/>
          <a:ext cx="0" cy="0"/>
          <a:chOff x="0" y="0"/>
          <a:chExt cx="0" cy="0"/>
        </a:xfrm>
      </p:grpSpPr>
      <p:sp>
        <p:nvSpPr>
          <p:cNvPr id="57" name="Google Shape;57;p9"/>
          <p:cNvSpPr/>
          <p:nvPr/>
        </p:nvSpPr>
        <p:spPr>
          <a:xfrm flipH="1">
            <a:off x="-16320" y="9030267"/>
            <a:ext cx="7810565" cy="1072402"/>
          </a:xfrm>
          <a:custGeom>
            <a:avLst/>
            <a:gdLst/>
            <a:ahLst/>
            <a:cxnLst/>
            <a:rect l="l" t="t" r="r" b="b"/>
            <a:pathLst>
              <a:path w="367556" h="19840" extrusionOk="0">
                <a:moveTo>
                  <a:pt x="0" y="19840"/>
                </a:moveTo>
                <a:lnTo>
                  <a:pt x="515" y="0"/>
                </a:lnTo>
                <a:lnTo>
                  <a:pt x="367556" y="11270"/>
                </a:lnTo>
                <a:lnTo>
                  <a:pt x="367044" y="18698"/>
                </a:lnTo>
                <a:close/>
              </a:path>
            </a:pathLst>
          </a:custGeom>
          <a:solidFill>
            <a:srgbClr val="800000"/>
          </a:solidFill>
          <a:ln>
            <a:noFill/>
          </a:ln>
        </p:spPr>
      </p:sp>
      <p:sp>
        <p:nvSpPr>
          <p:cNvPr id="58" name="Google Shape;58;p9"/>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9" name="Google Shape;59;p9"/>
          <p:cNvSpPr/>
          <p:nvPr/>
        </p:nvSpPr>
        <p:spPr>
          <a:xfrm flipH="1">
            <a:off x="-18495" y="9165362"/>
            <a:ext cx="4054501" cy="926906"/>
          </a:xfrm>
          <a:custGeom>
            <a:avLst/>
            <a:gdLst/>
            <a:ahLst/>
            <a:cxnLst/>
            <a:rect l="l" t="t" r="r" b="b"/>
            <a:pathLst>
              <a:path w="366343" h="18959" extrusionOk="0">
                <a:moveTo>
                  <a:pt x="0" y="18521"/>
                </a:moveTo>
                <a:lnTo>
                  <a:pt x="366343" y="0"/>
                </a:lnTo>
                <a:lnTo>
                  <a:pt x="366052" y="18959"/>
                </a:lnTo>
                <a:close/>
              </a:path>
            </a:pathLst>
          </a:custGeom>
          <a:solidFill>
            <a:srgbClr val="EA4335"/>
          </a:solidFill>
          <a:ln>
            <a:noFill/>
          </a:ln>
        </p:spPr>
      </p:sp>
      <p:sp>
        <p:nvSpPr>
          <p:cNvPr id="60" name="Google Shape;60;p9"/>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pic>
        <p:nvPicPr>
          <p:cNvPr id="61" name="Google Shape;61;p9"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Yellow Footer">
  <p:cSld name="TITLE_2_2">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64" name="Google Shape;64;p10"/>
          <p:cNvSpPr/>
          <p:nvPr/>
        </p:nvSpPr>
        <p:spPr>
          <a:xfrm flipH="1">
            <a:off x="22273" y="9030267"/>
            <a:ext cx="7771972" cy="1072402"/>
          </a:xfrm>
          <a:custGeom>
            <a:avLst/>
            <a:gdLst/>
            <a:ahLst/>
            <a:cxnLst/>
            <a:rect l="l" t="t" r="r" b="b"/>
            <a:pathLst>
              <a:path w="367556" h="19840" extrusionOk="0">
                <a:moveTo>
                  <a:pt x="0" y="19840"/>
                </a:moveTo>
                <a:lnTo>
                  <a:pt x="515" y="0"/>
                </a:lnTo>
                <a:lnTo>
                  <a:pt x="367556" y="11270"/>
                </a:lnTo>
                <a:lnTo>
                  <a:pt x="367044" y="18698"/>
                </a:lnTo>
                <a:close/>
              </a:path>
            </a:pathLst>
          </a:custGeom>
          <a:solidFill>
            <a:srgbClr val="FBBC05"/>
          </a:solidFill>
          <a:ln>
            <a:noFill/>
          </a:ln>
        </p:spPr>
      </p:sp>
      <p:sp>
        <p:nvSpPr>
          <p:cNvPr id="65" name="Google Shape;65;p10"/>
          <p:cNvSpPr/>
          <p:nvPr/>
        </p:nvSpPr>
        <p:spPr>
          <a:xfrm flipH="1">
            <a:off x="-10838" y="9165362"/>
            <a:ext cx="4054501" cy="926906"/>
          </a:xfrm>
          <a:custGeom>
            <a:avLst/>
            <a:gdLst/>
            <a:ahLst/>
            <a:cxnLst/>
            <a:rect l="l" t="t" r="r" b="b"/>
            <a:pathLst>
              <a:path w="366343" h="18959" extrusionOk="0">
                <a:moveTo>
                  <a:pt x="0" y="18521"/>
                </a:moveTo>
                <a:lnTo>
                  <a:pt x="366343" y="0"/>
                </a:lnTo>
                <a:lnTo>
                  <a:pt x="366052" y="18959"/>
                </a:lnTo>
                <a:close/>
              </a:path>
            </a:pathLst>
          </a:custGeom>
          <a:solidFill>
            <a:srgbClr val="FFCC50"/>
          </a:solidFill>
          <a:ln>
            <a:noFill/>
          </a:ln>
        </p:spPr>
      </p:sp>
      <p:sp>
        <p:nvSpPr>
          <p:cNvPr id="66" name="Google Shape;66;p10"/>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pic>
        <p:nvPicPr>
          <p:cNvPr id="67" name="Google Shape;67;p10"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Green Footer">
  <p:cSld name="TITLE_2_3">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70" name="Google Shape;70;p11"/>
          <p:cNvSpPr/>
          <p:nvPr/>
        </p:nvSpPr>
        <p:spPr>
          <a:xfrm flipH="1">
            <a:off x="60867" y="9030267"/>
            <a:ext cx="7733378" cy="1072402"/>
          </a:xfrm>
          <a:custGeom>
            <a:avLst/>
            <a:gdLst/>
            <a:ahLst/>
            <a:cxnLst/>
            <a:rect l="l" t="t" r="r" b="b"/>
            <a:pathLst>
              <a:path w="367556" h="19840" extrusionOk="0">
                <a:moveTo>
                  <a:pt x="0" y="19840"/>
                </a:moveTo>
                <a:lnTo>
                  <a:pt x="515" y="0"/>
                </a:lnTo>
                <a:lnTo>
                  <a:pt x="367556" y="11270"/>
                </a:lnTo>
                <a:lnTo>
                  <a:pt x="367044" y="18698"/>
                </a:lnTo>
                <a:close/>
              </a:path>
            </a:pathLst>
          </a:custGeom>
          <a:solidFill>
            <a:srgbClr val="349351"/>
          </a:solidFill>
          <a:ln>
            <a:noFill/>
          </a:ln>
        </p:spPr>
      </p:sp>
      <p:sp>
        <p:nvSpPr>
          <p:cNvPr id="71" name="Google Shape;71;p11"/>
          <p:cNvSpPr/>
          <p:nvPr/>
        </p:nvSpPr>
        <p:spPr>
          <a:xfrm flipH="1">
            <a:off x="-10838" y="9165362"/>
            <a:ext cx="4054501" cy="926906"/>
          </a:xfrm>
          <a:custGeom>
            <a:avLst/>
            <a:gdLst/>
            <a:ahLst/>
            <a:cxnLst/>
            <a:rect l="l" t="t" r="r" b="b"/>
            <a:pathLst>
              <a:path w="366343" h="18959" extrusionOk="0">
                <a:moveTo>
                  <a:pt x="0" y="18521"/>
                </a:moveTo>
                <a:lnTo>
                  <a:pt x="366343" y="0"/>
                </a:lnTo>
                <a:lnTo>
                  <a:pt x="366052" y="18959"/>
                </a:lnTo>
                <a:close/>
              </a:path>
            </a:pathLst>
          </a:custGeom>
          <a:solidFill>
            <a:srgbClr val="34A853"/>
          </a:solidFill>
          <a:ln>
            <a:noFill/>
          </a:ln>
        </p:spPr>
      </p:sp>
      <p:sp>
        <p:nvSpPr>
          <p:cNvPr id="72" name="Google Shape;72;p11"/>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pic>
        <p:nvPicPr>
          <p:cNvPr id="73" name="Google Shape;73;p11"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Gray Footer">
  <p:cSld name="TITLE_2_3_1">
    <p:spTree>
      <p:nvGrpSpPr>
        <p:cNvPr id="1" name="Shape 74"/>
        <p:cNvGrpSpPr/>
        <p:nvPr/>
      </p:nvGrpSpPr>
      <p:grpSpPr>
        <a:xfrm>
          <a:off x="0" y="0"/>
          <a:ext cx="0" cy="0"/>
          <a:chOff x="0" y="0"/>
          <a:chExt cx="0" cy="0"/>
        </a:xfrm>
      </p:grpSpPr>
      <p:sp>
        <p:nvSpPr>
          <p:cNvPr id="75" name="Google Shape;75;p12"/>
          <p:cNvSpPr/>
          <p:nvPr/>
        </p:nvSpPr>
        <p:spPr>
          <a:xfrm flipH="1">
            <a:off x="54435" y="9030267"/>
            <a:ext cx="7739810" cy="1072402"/>
          </a:xfrm>
          <a:custGeom>
            <a:avLst/>
            <a:gdLst/>
            <a:ahLst/>
            <a:cxnLst/>
            <a:rect l="l" t="t" r="r" b="b"/>
            <a:pathLst>
              <a:path w="367556" h="19840" extrusionOk="0">
                <a:moveTo>
                  <a:pt x="0" y="19840"/>
                </a:moveTo>
                <a:lnTo>
                  <a:pt x="515" y="0"/>
                </a:lnTo>
                <a:lnTo>
                  <a:pt x="367556" y="11270"/>
                </a:lnTo>
                <a:lnTo>
                  <a:pt x="367044" y="18698"/>
                </a:lnTo>
                <a:close/>
              </a:path>
            </a:pathLst>
          </a:custGeom>
          <a:solidFill>
            <a:srgbClr val="666666"/>
          </a:solidFill>
          <a:ln>
            <a:noFill/>
          </a:ln>
        </p:spPr>
      </p:sp>
      <p:sp>
        <p:nvSpPr>
          <p:cNvPr id="76" name="Google Shape;76;p12"/>
          <p:cNvSpPr/>
          <p:nvPr/>
        </p:nvSpPr>
        <p:spPr>
          <a:xfrm flipH="1">
            <a:off x="-10838" y="9165362"/>
            <a:ext cx="4054501" cy="926906"/>
          </a:xfrm>
          <a:custGeom>
            <a:avLst/>
            <a:gdLst/>
            <a:ahLst/>
            <a:cxnLst/>
            <a:rect l="l" t="t" r="r" b="b"/>
            <a:pathLst>
              <a:path w="366343" h="18959" extrusionOk="0">
                <a:moveTo>
                  <a:pt x="0" y="18521"/>
                </a:moveTo>
                <a:lnTo>
                  <a:pt x="366343" y="0"/>
                </a:lnTo>
                <a:lnTo>
                  <a:pt x="366052" y="18959"/>
                </a:lnTo>
                <a:close/>
              </a:path>
            </a:pathLst>
          </a:custGeom>
          <a:solidFill>
            <a:srgbClr val="999999"/>
          </a:solidFill>
          <a:ln>
            <a:noFill/>
          </a:ln>
        </p:spPr>
      </p:sp>
      <p:sp>
        <p:nvSpPr>
          <p:cNvPr id="77" name="Google Shape;77;p12"/>
          <p:cNvSpPr txBox="1">
            <a:spLocks noGrp="1"/>
          </p:cNvSpPr>
          <p:nvPr>
            <p:ph type="title"/>
          </p:nvPr>
        </p:nvSpPr>
        <p:spPr>
          <a:xfrm>
            <a:off x="142035" y="1021533"/>
            <a:ext cx="5622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78" name="Google Shape;78;p12"/>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D9D9D9"/>
                </a:solidFill>
                <a:latin typeface="Roboto"/>
                <a:ea typeface="Roboto"/>
                <a:cs typeface="Roboto"/>
                <a:sym typeface="Roboto"/>
              </a:rPr>
              <a:t>Proprietary + Confidential</a:t>
            </a:r>
            <a:endParaRPr sz="600">
              <a:solidFill>
                <a:srgbClr val="D9D9D9"/>
              </a:solidFill>
              <a:latin typeface="Roboto"/>
              <a:ea typeface="Roboto"/>
              <a:cs typeface="Roboto"/>
              <a:sym typeface="Roboto"/>
            </a:endParaRPr>
          </a:p>
        </p:txBody>
      </p:sp>
      <p:pic>
        <p:nvPicPr>
          <p:cNvPr id="79" name="Google Shape;79;p12"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cSld name="TITLE_3">
    <p:spTree>
      <p:nvGrpSpPr>
        <p:cNvPr id="1" name="Shape 8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Half Color Blue">
  <p:cSld name="CUSTOM">
    <p:spTree>
      <p:nvGrpSpPr>
        <p:cNvPr id="1" name="Shape 81"/>
        <p:cNvGrpSpPr/>
        <p:nvPr/>
      </p:nvGrpSpPr>
      <p:grpSpPr>
        <a:xfrm>
          <a:off x="0" y="0"/>
          <a:ext cx="0" cy="0"/>
          <a:chOff x="0" y="0"/>
          <a:chExt cx="0" cy="0"/>
        </a:xfrm>
      </p:grpSpPr>
      <p:sp>
        <p:nvSpPr>
          <p:cNvPr id="82" name="Google Shape;82;p14"/>
          <p:cNvSpPr/>
          <p:nvPr/>
        </p:nvSpPr>
        <p:spPr>
          <a:xfrm>
            <a:off x="3749924" y="0"/>
            <a:ext cx="4022400" cy="10058400"/>
          </a:xfrm>
          <a:prstGeom prst="rect">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83" name="Google Shape;83;p14"/>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Font typeface="Roboto"/>
              <a:buNone/>
              <a:defRPr>
                <a:latin typeface="Roboto"/>
                <a:ea typeface="Roboto"/>
                <a:cs typeface="Roboto"/>
                <a:sym typeface="Roboto"/>
              </a:defRPr>
            </a:lvl2pPr>
            <a:lvl3pPr lvl="2" rtl="0">
              <a:spcBef>
                <a:spcPts val="0"/>
              </a:spcBef>
              <a:spcAft>
                <a:spcPts val="0"/>
              </a:spcAft>
              <a:buSzPts val="3600"/>
              <a:buFont typeface="Roboto"/>
              <a:buNone/>
              <a:defRPr>
                <a:latin typeface="Roboto"/>
                <a:ea typeface="Roboto"/>
                <a:cs typeface="Roboto"/>
                <a:sym typeface="Roboto"/>
              </a:defRPr>
            </a:lvl3pPr>
            <a:lvl4pPr lvl="3" rtl="0">
              <a:spcBef>
                <a:spcPts val="0"/>
              </a:spcBef>
              <a:spcAft>
                <a:spcPts val="0"/>
              </a:spcAft>
              <a:buSzPts val="3600"/>
              <a:buFont typeface="Roboto"/>
              <a:buNone/>
              <a:defRPr>
                <a:latin typeface="Roboto"/>
                <a:ea typeface="Roboto"/>
                <a:cs typeface="Roboto"/>
                <a:sym typeface="Roboto"/>
              </a:defRPr>
            </a:lvl4pPr>
            <a:lvl5pPr lvl="4" rtl="0">
              <a:spcBef>
                <a:spcPts val="0"/>
              </a:spcBef>
              <a:spcAft>
                <a:spcPts val="0"/>
              </a:spcAft>
              <a:buSzPts val="3600"/>
              <a:buFont typeface="Roboto"/>
              <a:buNone/>
              <a:defRPr>
                <a:latin typeface="Roboto"/>
                <a:ea typeface="Roboto"/>
                <a:cs typeface="Roboto"/>
                <a:sym typeface="Roboto"/>
              </a:defRPr>
            </a:lvl5pPr>
            <a:lvl6pPr lvl="5" rtl="0">
              <a:spcBef>
                <a:spcPts val="0"/>
              </a:spcBef>
              <a:spcAft>
                <a:spcPts val="0"/>
              </a:spcAft>
              <a:buSzPts val="3600"/>
              <a:buFont typeface="Roboto"/>
              <a:buNone/>
              <a:defRPr>
                <a:latin typeface="Roboto"/>
                <a:ea typeface="Roboto"/>
                <a:cs typeface="Roboto"/>
                <a:sym typeface="Roboto"/>
              </a:defRPr>
            </a:lvl6pPr>
            <a:lvl7pPr lvl="6" rtl="0">
              <a:spcBef>
                <a:spcPts val="0"/>
              </a:spcBef>
              <a:spcAft>
                <a:spcPts val="0"/>
              </a:spcAft>
              <a:buSzPts val="3600"/>
              <a:buFont typeface="Roboto"/>
              <a:buNone/>
              <a:defRPr>
                <a:latin typeface="Roboto"/>
                <a:ea typeface="Roboto"/>
                <a:cs typeface="Roboto"/>
                <a:sym typeface="Roboto"/>
              </a:defRPr>
            </a:lvl7pPr>
            <a:lvl8pPr lvl="7" rtl="0">
              <a:spcBef>
                <a:spcPts val="0"/>
              </a:spcBef>
              <a:spcAft>
                <a:spcPts val="0"/>
              </a:spcAft>
              <a:buSzPts val="3600"/>
              <a:buFont typeface="Roboto"/>
              <a:buNone/>
              <a:defRPr>
                <a:latin typeface="Roboto"/>
                <a:ea typeface="Roboto"/>
                <a:cs typeface="Roboto"/>
                <a:sym typeface="Roboto"/>
              </a:defRPr>
            </a:lvl8pPr>
            <a:lvl9pPr lvl="8" rtl="0">
              <a:spcBef>
                <a:spcPts val="0"/>
              </a:spcBef>
              <a:spcAft>
                <a:spcPts val="0"/>
              </a:spcAft>
              <a:buSzPts val="3600"/>
              <a:buFont typeface="Roboto"/>
              <a:buNone/>
              <a:defRPr>
                <a:latin typeface="Roboto"/>
                <a:ea typeface="Roboto"/>
                <a:cs typeface="Roboto"/>
                <a:sym typeface="Roboto"/>
              </a:defRPr>
            </a:lvl9pPr>
          </a:lstStyle>
          <a:p>
            <a:endParaRPr/>
          </a:p>
        </p:txBody>
      </p:sp>
      <p:sp>
        <p:nvSpPr>
          <p:cNvPr id="84" name="Google Shape;84;p14"/>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85" name="Google Shape;85;p14"/>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alf Color Blue &amp; 1 Text">
  <p:cSld name="CUSTOM_5">
    <p:spTree>
      <p:nvGrpSpPr>
        <p:cNvPr id="1" name="Shape 86"/>
        <p:cNvGrpSpPr/>
        <p:nvPr/>
      </p:nvGrpSpPr>
      <p:grpSpPr>
        <a:xfrm>
          <a:off x="0" y="0"/>
          <a:ext cx="0" cy="0"/>
          <a:chOff x="0" y="0"/>
          <a:chExt cx="0" cy="0"/>
        </a:xfrm>
      </p:grpSpPr>
      <p:sp>
        <p:nvSpPr>
          <p:cNvPr id="87" name="Google Shape;87;p15"/>
          <p:cNvSpPr/>
          <p:nvPr/>
        </p:nvSpPr>
        <p:spPr>
          <a:xfrm>
            <a:off x="3749924" y="0"/>
            <a:ext cx="4022400" cy="10058400"/>
          </a:xfrm>
          <a:prstGeom prst="rect">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88" name="Google Shape;88;p15"/>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89" name="Google Shape;89;p15"/>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90" name="Google Shape;90;p15"/>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91" name="Google Shape;91;p15"/>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Half Color Blue &amp; 3 Text">
  <p:cSld name="CUSTOM_4">
    <p:spTree>
      <p:nvGrpSpPr>
        <p:cNvPr id="1" name="Shape 92"/>
        <p:cNvGrpSpPr/>
        <p:nvPr/>
      </p:nvGrpSpPr>
      <p:grpSpPr>
        <a:xfrm>
          <a:off x="0" y="0"/>
          <a:ext cx="0" cy="0"/>
          <a:chOff x="0" y="0"/>
          <a:chExt cx="0" cy="0"/>
        </a:xfrm>
      </p:grpSpPr>
      <p:sp>
        <p:nvSpPr>
          <p:cNvPr id="93" name="Google Shape;93;p16"/>
          <p:cNvSpPr/>
          <p:nvPr/>
        </p:nvSpPr>
        <p:spPr>
          <a:xfrm>
            <a:off x="3749924" y="0"/>
            <a:ext cx="4022400" cy="10058400"/>
          </a:xfrm>
          <a:prstGeom prst="rect">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94" name="Google Shape;94;p16"/>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95" name="Google Shape;95;p16"/>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96" name="Google Shape;96;p16"/>
          <p:cNvSpPr txBox="1">
            <a:spLocks noGrp="1"/>
          </p:cNvSpPr>
          <p:nvPr>
            <p:ph type="body" idx="2"/>
          </p:nvPr>
        </p:nvSpPr>
        <p:spPr>
          <a:xfrm>
            <a:off x="160799" y="477375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97" name="Google Shape;97;p16"/>
          <p:cNvSpPr txBox="1">
            <a:spLocks noGrp="1"/>
          </p:cNvSpPr>
          <p:nvPr>
            <p:ph type="body" idx="3"/>
          </p:nvPr>
        </p:nvSpPr>
        <p:spPr>
          <a:xfrm>
            <a:off x="168449" y="674671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98" name="Google Shape;98;p16"/>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99" name="Google Shape;99;p16"/>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alf Color Red">
  <p:cSld name="CUSTOM_1">
    <p:spTree>
      <p:nvGrpSpPr>
        <p:cNvPr id="1" name="Shape 100"/>
        <p:cNvGrpSpPr/>
        <p:nvPr/>
      </p:nvGrpSpPr>
      <p:grpSpPr>
        <a:xfrm>
          <a:off x="0" y="0"/>
          <a:ext cx="0" cy="0"/>
          <a:chOff x="0" y="0"/>
          <a:chExt cx="0" cy="0"/>
        </a:xfrm>
      </p:grpSpPr>
      <p:sp>
        <p:nvSpPr>
          <p:cNvPr id="101" name="Google Shape;101;p17"/>
          <p:cNvSpPr/>
          <p:nvPr/>
        </p:nvSpPr>
        <p:spPr>
          <a:xfrm>
            <a:off x="3749924" y="0"/>
            <a:ext cx="4022400" cy="10058400"/>
          </a:xfrm>
          <a:prstGeom prst="rect">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02" name="Google Shape;102;p17"/>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03" name="Google Shape;103;p17"/>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04" name="Google Shape;104;p17"/>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Half Color Red &amp; 1 Text">
  <p:cSld name="CUSTOM_1_2">
    <p:spTree>
      <p:nvGrpSpPr>
        <p:cNvPr id="1" name="Shape 105"/>
        <p:cNvGrpSpPr/>
        <p:nvPr/>
      </p:nvGrpSpPr>
      <p:grpSpPr>
        <a:xfrm>
          <a:off x="0" y="0"/>
          <a:ext cx="0" cy="0"/>
          <a:chOff x="0" y="0"/>
          <a:chExt cx="0" cy="0"/>
        </a:xfrm>
      </p:grpSpPr>
      <p:sp>
        <p:nvSpPr>
          <p:cNvPr id="106" name="Google Shape;106;p18"/>
          <p:cNvSpPr/>
          <p:nvPr/>
        </p:nvSpPr>
        <p:spPr>
          <a:xfrm>
            <a:off x="3749924" y="0"/>
            <a:ext cx="4022400" cy="10058400"/>
          </a:xfrm>
          <a:prstGeom prst="rect">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07" name="Google Shape;107;p18"/>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08" name="Google Shape;108;p18"/>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09" name="Google Shape;109;p18"/>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10" name="Google Shape;110;p18"/>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Half Color Red &amp; 3 Text">
  <p:cSld name="CUSTOM_1_2_1">
    <p:spTree>
      <p:nvGrpSpPr>
        <p:cNvPr id="1" name="Shape 111"/>
        <p:cNvGrpSpPr/>
        <p:nvPr/>
      </p:nvGrpSpPr>
      <p:grpSpPr>
        <a:xfrm>
          <a:off x="0" y="0"/>
          <a:ext cx="0" cy="0"/>
          <a:chOff x="0" y="0"/>
          <a:chExt cx="0" cy="0"/>
        </a:xfrm>
      </p:grpSpPr>
      <p:sp>
        <p:nvSpPr>
          <p:cNvPr id="112" name="Google Shape;112;p19"/>
          <p:cNvSpPr/>
          <p:nvPr/>
        </p:nvSpPr>
        <p:spPr>
          <a:xfrm>
            <a:off x="3749924" y="0"/>
            <a:ext cx="4022400" cy="10058400"/>
          </a:xfrm>
          <a:prstGeom prst="rect">
            <a:avLst/>
          </a:prstGeom>
          <a:solidFill>
            <a:srgbClr val="EA433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13" name="Google Shape;113;p19"/>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14" name="Google Shape;114;p19"/>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15" name="Google Shape;115;p19"/>
          <p:cNvSpPr txBox="1">
            <a:spLocks noGrp="1"/>
          </p:cNvSpPr>
          <p:nvPr>
            <p:ph type="body" idx="2"/>
          </p:nvPr>
        </p:nvSpPr>
        <p:spPr>
          <a:xfrm>
            <a:off x="160799" y="477375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16" name="Google Shape;116;p19"/>
          <p:cNvSpPr txBox="1">
            <a:spLocks noGrp="1"/>
          </p:cNvSpPr>
          <p:nvPr>
            <p:ph type="body" idx="3"/>
          </p:nvPr>
        </p:nvSpPr>
        <p:spPr>
          <a:xfrm>
            <a:off x="168449" y="674671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17" name="Google Shape;117;p19"/>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18" name="Google Shape;118;p19"/>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alf Color Yellow">
  <p:cSld name="CUSTOM_1_1">
    <p:spTree>
      <p:nvGrpSpPr>
        <p:cNvPr id="1" name="Shape 119"/>
        <p:cNvGrpSpPr/>
        <p:nvPr/>
      </p:nvGrpSpPr>
      <p:grpSpPr>
        <a:xfrm>
          <a:off x="0" y="0"/>
          <a:ext cx="0" cy="0"/>
          <a:chOff x="0" y="0"/>
          <a:chExt cx="0" cy="0"/>
        </a:xfrm>
      </p:grpSpPr>
      <p:sp>
        <p:nvSpPr>
          <p:cNvPr id="120" name="Google Shape;120;p20"/>
          <p:cNvSpPr/>
          <p:nvPr/>
        </p:nvSpPr>
        <p:spPr>
          <a:xfrm>
            <a:off x="3749924" y="0"/>
            <a:ext cx="4022400" cy="10058400"/>
          </a:xfrm>
          <a:prstGeom prst="rect">
            <a:avLst/>
          </a:prstGeom>
          <a:solidFill>
            <a:srgbClr val="FBBC0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1" name="Google Shape;121;p20"/>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22" name="Google Shape;122;p20"/>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23" name="Google Shape;123;p20"/>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Half Color Yellow &amp; 1 Text">
  <p:cSld name="CUSTOM_1_1_2">
    <p:spTree>
      <p:nvGrpSpPr>
        <p:cNvPr id="1" name="Shape 124"/>
        <p:cNvGrpSpPr/>
        <p:nvPr/>
      </p:nvGrpSpPr>
      <p:grpSpPr>
        <a:xfrm>
          <a:off x="0" y="0"/>
          <a:ext cx="0" cy="0"/>
          <a:chOff x="0" y="0"/>
          <a:chExt cx="0" cy="0"/>
        </a:xfrm>
      </p:grpSpPr>
      <p:sp>
        <p:nvSpPr>
          <p:cNvPr id="125" name="Google Shape;125;p21"/>
          <p:cNvSpPr/>
          <p:nvPr/>
        </p:nvSpPr>
        <p:spPr>
          <a:xfrm>
            <a:off x="3749924" y="0"/>
            <a:ext cx="4022400" cy="10058400"/>
          </a:xfrm>
          <a:prstGeom prst="rect">
            <a:avLst/>
          </a:prstGeom>
          <a:solidFill>
            <a:srgbClr val="FBBC0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26" name="Google Shape;126;p21"/>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27" name="Google Shape;127;p21"/>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28" name="Google Shape;128;p21"/>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29" name="Google Shape;129;p21"/>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Half Color Yellow &amp; 3 Text">
  <p:cSld name="CUSTOM_1_1_2_1">
    <p:spTree>
      <p:nvGrpSpPr>
        <p:cNvPr id="1" name="Shape 130"/>
        <p:cNvGrpSpPr/>
        <p:nvPr/>
      </p:nvGrpSpPr>
      <p:grpSpPr>
        <a:xfrm>
          <a:off x="0" y="0"/>
          <a:ext cx="0" cy="0"/>
          <a:chOff x="0" y="0"/>
          <a:chExt cx="0" cy="0"/>
        </a:xfrm>
      </p:grpSpPr>
      <p:sp>
        <p:nvSpPr>
          <p:cNvPr id="131" name="Google Shape;131;p22"/>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32" name="Google Shape;132;p22"/>
          <p:cNvSpPr/>
          <p:nvPr/>
        </p:nvSpPr>
        <p:spPr>
          <a:xfrm>
            <a:off x="3749924" y="0"/>
            <a:ext cx="4022400" cy="10058400"/>
          </a:xfrm>
          <a:prstGeom prst="rect">
            <a:avLst/>
          </a:prstGeom>
          <a:solidFill>
            <a:srgbClr val="FBBC0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33" name="Google Shape;133;p22"/>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34" name="Google Shape;134;p22"/>
          <p:cNvSpPr txBox="1">
            <a:spLocks noGrp="1"/>
          </p:cNvSpPr>
          <p:nvPr>
            <p:ph type="body" idx="2"/>
          </p:nvPr>
        </p:nvSpPr>
        <p:spPr>
          <a:xfrm>
            <a:off x="160799" y="477375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35" name="Google Shape;135;p22"/>
          <p:cNvSpPr txBox="1">
            <a:spLocks noGrp="1"/>
          </p:cNvSpPr>
          <p:nvPr>
            <p:ph type="body" idx="3"/>
          </p:nvPr>
        </p:nvSpPr>
        <p:spPr>
          <a:xfrm>
            <a:off x="168449" y="674671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36" name="Google Shape;136;p22"/>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37" name="Google Shape;137;p22"/>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Half Color Green">
  <p:cSld name="CUSTOM_1_1_1">
    <p:spTree>
      <p:nvGrpSpPr>
        <p:cNvPr id="1" name="Shape 138"/>
        <p:cNvGrpSpPr/>
        <p:nvPr/>
      </p:nvGrpSpPr>
      <p:grpSpPr>
        <a:xfrm>
          <a:off x="0" y="0"/>
          <a:ext cx="0" cy="0"/>
          <a:chOff x="0" y="0"/>
          <a:chExt cx="0" cy="0"/>
        </a:xfrm>
      </p:grpSpPr>
      <p:sp>
        <p:nvSpPr>
          <p:cNvPr id="139" name="Google Shape;139;p23"/>
          <p:cNvSpPr/>
          <p:nvPr/>
        </p:nvSpPr>
        <p:spPr>
          <a:xfrm>
            <a:off x="3749924" y="0"/>
            <a:ext cx="4022400" cy="10058400"/>
          </a:xfrm>
          <a:prstGeom prst="rect">
            <a:avLst/>
          </a:prstGeom>
          <a:solidFill>
            <a:srgbClr val="34A8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0" name="Google Shape;140;p23"/>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41" name="Google Shape;141;p23"/>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42" name="Google Shape;142;p23"/>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Half Color Green &amp; 1 Text">
  <p:cSld name="CUSTOM_1_1_1_1">
    <p:spTree>
      <p:nvGrpSpPr>
        <p:cNvPr id="1" name="Shape 143"/>
        <p:cNvGrpSpPr/>
        <p:nvPr/>
      </p:nvGrpSpPr>
      <p:grpSpPr>
        <a:xfrm>
          <a:off x="0" y="0"/>
          <a:ext cx="0" cy="0"/>
          <a:chOff x="0" y="0"/>
          <a:chExt cx="0" cy="0"/>
        </a:xfrm>
      </p:grpSpPr>
      <p:sp>
        <p:nvSpPr>
          <p:cNvPr id="144" name="Google Shape;144;p24"/>
          <p:cNvSpPr/>
          <p:nvPr/>
        </p:nvSpPr>
        <p:spPr>
          <a:xfrm>
            <a:off x="3749924" y="0"/>
            <a:ext cx="4022400" cy="10058400"/>
          </a:xfrm>
          <a:prstGeom prst="rect">
            <a:avLst/>
          </a:prstGeom>
          <a:solidFill>
            <a:srgbClr val="34A8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45" name="Google Shape;145;p24"/>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46" name="Google Shape;146;p24"/>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47" name="Google Shape;147;p24"/>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48" name="Google Shape;148;p24"/>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Half Color Green &amp; 3 Text">
  <p:cSld name="CUSTOM_1_1_1_1_1">
    <p:spTree>
      <p:nvGrpSpPr>
        <p:cNvPr id="1" name="Shape 149"/>
        <p:cNvGrpSpPr/>
        <p:nvPr/>
      </p:nvGrpSpPr>
      <p:grpSpPr>
        <a:xfrm>
          <a:off x="0" y="0"/>
          <a:ext cx="0" cy="0"/>
          <a:chOff x="0" y="0"/>
          <a:chExt cx="0" cy="0"/>
        </a:xfrm>
      </p:grpSpPr>
      <p:sp>
        <p:nvSpPr>
          <p:cNvPr id="150" name="Google Shape;150;p25"/>
          <p:cNvSpPr/>
          <p:nvPr/>
        </p:nvSpPr>
        <p:spPr>
          <a:xfrm>
            <a:off x="3749924" y="0"/>
            <a:ext cx="4022400" cy="10058400"/>
          </a:xfrm>
          <a:prstGeom prst="rect">
            <a:avLst/>
          </a:prstGeom>
          <a:solidFill>
            <a:srgbClr val="34A85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a:p>
        </p:txBody>
      </p:sp>
      <p:sp>
        <p:nvSpPr>
          <p:cNvPr id="151" name="Google Shape;151;p25"/>
          <p:cNvSpPr txBox="1">
            <a:spLocks noGrp="1"/>
          </p:cNvSpPr>
          <p:nvPr>
            <p:ph type="title"/>
          </p:nvPr>
        </p:nvSpPr>
        <p:spPr>
          <a:xfrm>
            <a:off x="142035" y="1021533"/>
            <a:ext cx="3309000" cy="14778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sz="2600">
                <a:solidFill>
                  <a:srgbClr val="666666"/>
                </a:solidFill>
                <a:latin typeface="Roboto"/>
                <a:ea typeface="Roboto"/>
                <a:cs typeface="Roboto"/>
                <a:sym typeface="Roboto"/>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152" name="Google Shape;152;p25"/>
          <p:cNvSpPr txBox="1">
            <a:spLocks noGrp="1"/>
          </p:cNvSpPr>
          <p:nvPr>
            <p:ph type="body" idx="1"/>
          </p:nvPr>
        </p:nvSpPr>
        <p:spPr>
          <a:xfrm>
            <a:off x="153127" y="3012240"/>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53" name="Google Shape;153;p25"/>
          <p:cNvSpPr txBox="1">
            <a:spLocks noGrp="1"/>
          </p:cNvSpPr>
          <p:nvPr>
            <p:ph type="body" idx="2"/>
          </p:nvPr>
        </p:nvSpPr>
        <p:spPr>
          <a:xfrm>
            <a:off x="160799" y="477375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54" name="Google Shape;154;p25"/>
          <p:cNvSpPr txBox="1">
            <a:spLocks noGrp="1"/>
          </p:cNvSpPr>
          <p:nvPr>
            <p:ph type="body" idx="3"/>
          </p:nvPr>
        </p:nvSpPr>
        <p:spPr>
          <a:xfrm>
            <a:off x="168449" y="6746716"/>
            <a:ext cx="2817600" cy="16737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Roboto"/>
              <a:buChar char="●"/>
              <a:defRPr sz="1200">
                <a:latin typeface="Roboto"/>
                <a:ea typeface="Roboto"/>
                <a:cs typeface="Roboto"/>
                <a:sym typeface="Roboto"/>
              </a:defRPr>
            </a:lvl1pPr>
            <a:lvl2pPr marL="914400" lvl="1" indent="-304800" rtl="0">
              <a:spcBef>
                <a:spcPts val="1400"/>
              </a:spcBef>
              <a:spcAft>
                <a:spcPts val="0"/>
              </a:spcAft>
              <a:buSzPts val="1200"/>
              <a:buFont typeface="Roboto"/>
              <a:buChar char="○"/>
              <a:defRPr sz="1200">
                <a:latin typeface="Roboto"/>
                <a:ea typeface="Roboto"/>
                <a:cs typeface="Roboto"/>
                <a:sym typeface="Roboto"/>
              </a:defRPr>
            </a:lvl2pPr>
            <a:lvl3pPr marL="1371600" lvl="2" indent="-304800" rtl="0">
              <a:spcBef>
                <a:spcPts val="1400"/>
              </a:spcBef>
              <a:spcAft>
                <a:spcPts val="0"/>
              </a:spcAft>
              <a:buSzPts val="1200"/>
              <a:buFont typeface="Roboto"/>
              <a:buChar char="■"/>
              <a:defRPr sz="1200">
                <a:latin typeface="Roboto"/>
                <a:ea typeface="Roboto"/>
                <a:cs typeface="Roboto"/>
                <a:sym typeface="Roboto"/>
              </a:defRPr>
            </a:lvl3pPr>
            <a:lvl4pPr marL="1828800" lvl="3" indent="-304800" rtl="0">
              <a:spcBef>
                <a:spcPts val="1400"/>
              </a:spcBef>
              <a:spcAft>
                <a:spcPts val="0"/>
              </a:spcAft>
              <a:buSzPts val="1200"/>
              <a:buFont typeface="Roboto"/>
              <a:buChar char="●"/>
              <a:defRPr sz="1200">
                <a:latin typeface="Roboto"/>
                <a:ea typeface="Roboto"/>
                <a:cs typeface="Roboto"/>
                <a:sym typeface="Roboto"/>
              </a:defRPr>
            </a:lvl4pPr>
            <a:lvl5pPr marL="2286000" lvl="4" indent="-304800" rtl="0">
              <a:spcBef>
                <a:spcPts val="1400"/>
              </a:spcBef>
              <a:spcAft>
                <a:spcPts val="0"/>
              </a:spcAft>
              <a:buSzPts val="1200"/>
              <a:buFont typeface="Roboto"/>
              <a:buChar char="○"/>
              <a:defRPr sz="1200">
                <a:latin typeface="Roboto"/>
                <a:ea typeface="Roboto"/>
                <a:cs typeface="Roboto"/>
                <a:sym typeface="Roboto"/>
              </a:defRPr>
            </a:lvl5pPr>
            <a:lvl6pPr marL="2743200" lvl="5" indent="-304800" rtl="0">
              <a:spcBef>
                <a:spcPts val="1400"/>
              </a:spcBef>
              <a:spcAft>
                <a:spcPts val="0"/>
              </a:spcAft>
              <a:buSzPts val="1200"/>
              <a:buFont typeface="Roboto"/>
              <a:buChar char="■"/>
              <a:defRPr sz="1200">
                <a:latin typeface="Roboto"/>
                <a:ea typeface="Roboto"/>
                <a:cs typeface="Roboto"/>
                <a:sym typeface="Roboto"/>
              </a:defRPr>
            </a:lvl6pPr>
            <a:lvl7pPr marL="3200400" lvl="6" indent="-304800" rtl="0">
              <a:spcBef>
                <a:spcPts val="1400"/>
              </a:spcBef>
              <a:spcAft>
                <a:spcPts val="0"/>
              </a:spcAft>
              <a:buSzPts val="1200"/>
              <a:buFont typeface="Roboto"/>
              <a:buChar char="●"/>
              <a:defRPr sz="1200">
                <a:latin typeface="Roboto"/>
                <a:ea typeface="Roboto"/>
                <a:cs typeface="Roboto"/>
                <a:sym typeface="Roboto"/>
              </a:defRPr>
            </a:lvl7pPr>
            <a:lvl8pPr marL="3657600" lvl="7" indent="-304800" rtl="0">
              <a:spcBef>
                <a:spcPts val="1400"/>
              </a:spcBef>
              <a:spcAft>
                <a:spcPts val="0"/>
              </a:spcAft>
              <a:buSzPts val="1200"/>
              <a:buFont typeface="Roboto"/>
              <a:buChar char="○"/>
              <a:defRPr sz="1200">
                <a:latin typeface="Roboto"/>
                <a:ea typeface="Roboto"/>
                <a:cs typeface="Roboto"/>
                <a:sym typeface="Roboto"/>
              </a:defRPr>
            </a:lvl8pPr>
            <a:lvl9pPr marL="4114800" lvl="8" indent="-304800" rtl="0">
              <a:spcBef>
                <a:spcPts val="1400"/>
              </a:spcBef>
              <a:spcAft>
                <a:spcPts val="1400"/>
              </a:spcAft>
              <a:buSzPts val="1200"/>
              <a:buFont typeface="Roboto"/>
              <a:buChar char="■"/>
              <a:defRPr sz="1200">
                <a:latin typeface="Roboto"/>
                <a:ea typeface="Roboto"/>
                <a:cs typeface="Roboto"/>
                <a:sym typeface="Roboto"/>
              </a:defRPr>
            </a:lvl9pPr>
          </a:lstStyle>
          <a:p>
            <a:endParaRPr/>
          </a:p>
        </p:txBody>
      </p:sp>
      <p:sp>
        <p:nvSpPr>
          <p:cNvPr id="155" name="Google Shape;155;p25"/>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pic>
        <p:nvPicPr>
          <p:cNvPr id="156" name="Google Shape;156;p25"/>
          <p:cNvPicPr preferRelativeResize="0"/>
          <p:nvPr/>
        </p:nvPicPr>
        <p:blipFill>
          <a:blip r:embed="rId2">
            <a:alphaModFix/>
          </a:blip>
          <a:stretch>
            <a:fillRect/>
          </a:stretch>
        </p:blipFill>
        <p:spPr>
          <a:xfrm>
            <a:off x="149791" y="9468360"/>
            <a:ext cx="457540" cy="145437"/>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Blue">
  <p:cSld name="SECTION_HEADER_2">
    <p:bg>
      <p:bgPr>
        <a:solidFill>
          <a:srgbClr val="2196F3"/>
        </a:solidFill>
        <a:effectLst/>
      </p:bgPr>
    </p:bg>
    <p:spTree>
      <p:nvGrpSpPr>
        <p:cNvPr id="1" name="Shape 157"/>
        <p:cNvGrpSpPr/>
        <p:nvPr/>
      </p:nvGrpSpPr>
      <p:grpSpPr>
        <a:xfrm>
          <a:off x="0" y="0"/>
          <a:ext cx="0" cy="0"/>
          <a:chOff x="0" y="0"/>
          <a:chExt cx="0" cy="0"/>
        </a:xfrm>
      </p:grpSpPr>
      <p:sp>
        <p:nvSpPr>
          <p:cNvPr id="158" name="Google Shape;158;p26"/>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59" name="Google Shape;159;p26"/>
          <p:cNvSpPr txBox="1"/>
          <p:nvPr/>
        </p:nvSpPr>
        <p:spPr>
          <a:xfrm>
            <a:off x="6744495" y="9143933"/>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
        <p:nvSpPr>
          <p:cNvPr id="160" name="Google Shape;160;p26"/>
          <p:cNvSpPr txBox="1"/>
          <p:nvPr/>
        </p:nvSpPr>
        <p:spPr>
          <a:xfrm>
            <a:off x="6744495" y="9143933"/>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
        <p:nvSpPr>
          <p:cNvPr id="161" name="Google Shape;161;p26"/>
          <p:cNvSpPr/>
          <p:nvPr/>
        </p:nvSpPr>
        <p:spPr>
          <a:xfrm flipH="1">
            <a:off x="2932843" y="1501769"/>
            <a:ext cx="4839600" cy="8556600"/>
          </a:xfrm>
          <a:prstGeom prst="rtTriangle">
            <a:avLst/>
          </a:prstGeom>
          <a:solidFill>
            <a:srgbClr val="77B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6"/>
          <p:cNvSpPr/>
          <p:nvPr/>
        </p:nvSpPr>
        <p:spPr>
          <a:xfrm rot="10800000">
            <a:off x="2774143" y="93"/>
            <a:ext cx="4998300" cy="5856600"/>
          </a:xfrm>
          <a:prstGeom prst="rtTriangle">
            <a:avLst/>
          </a:prstGeom>
          <a:solidFill>
            <a:srgbClr val="406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txBox="1">
            <a:spLocks noGrp="1"/>
          </p:cNvSpPr>
          <p:nvPr>
            <p:ph type="title"/>
          </p:nvPr>
        </p:nvSpPr>
        <p:spPr>
          <a:xfrm>
            <a:off x="149791" y="1451560"/>
            <a:ext cx="6988800" cy="19806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a:solidFill>
                  <a:srgbClr val="FFFFFF"/>
                </a:solidFill>
                <a:latin typeface="Roboto"/>
                <a:ea typeface="Roboto"/>
                <a:cs typeface="Roboto"/>
                <a:sym typeface="Roboto"/>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pic>
        <p:nvPicPr>
          <p:cNvPr id="164" name="Google Shape;164;p26"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165" name="Google Shape;165;p26"/>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Red">
  <p:cSld name="SECTION_HEADER_1_3">
    <p:bg>
      <p:bgPr>
        <a:solidFill>
          <a:srgbClr val="EA4335"/>
        </a:solidFill>
        <a:effectLst/>
      </p:bgPr>
    </p:bg>
    <p:spTree>
      <p:nvGrpSpPr>
        <p:cNvPr id="1" name="Shape 166"/>
        <p:cNvGrpSpPr/>
        <p:nvPr/>
      </p:nvGrpSpPr>
      <p:grpSpPr>
        <a:xfrm>
          <a:off x="0" y="0"/>
          <a:ext cx="0" cy="0"/>
          <a:chOff x="0" y="0"/>
          <a:chExt cx="0" cy="0"/>
        </a:xfrm>
      </p:grpSpPr>
      <p:sp>
        <p:nvSpPr>
          <p:cNvPr id="167" name="Google Shape;167;p27"/>
          <p:cNvSpPr txBox="1">
            <a:spLocks noGrp="1"/>
          </p:cNvSpPr>
          <p:nvPr>
            <p:ph type="sldNum" idx="12"/>
          </p:nvPr>
        </p:nvSpPr>
        <p:spPr>
          <a:xfrm>
            <a:off x="7201589" y="9119180"/>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8" name="Google Shape;168;p27"/>
          <p:cNvSpPr txBox="1"/>
          <p:nvPr/>
        </p:nvSpPr>
        <p:spPr>
          <a:xfrm>
            <a:off x="6744495" y="9143933"/>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
        <p:nvSpPr>
          <p:cNvPr id="169" name="Google Shape;169;p27"/>
          <p:cNvSpPr/>
          <p:nvPr/>
        </p:nvSpPr>
        <p:spPr>
          <a:xfrm flipH="1">
            <a:off x="2932843" y="1501769"/>
            <a:ext cx="4839600" cy="8556600"/>
          </a:xfrm>
          <a:prstGeom prst="rtTriangle">
            <a:avLst/>
          </a:prstGeom>
          <a:solidFill>
            <a:srgbClr val="FF52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7"/>
          <p:cNvSpPr/>
          <p:nvPr/>
        </p:nvSpPr>
        <p:spPr>
          <a:xfrm rot="10800000">
            <a:off x="2774143" y="93"/>
            <a:ext cx="4998300" cy="5856600"/>
          </a:xfrm>
          <a:prstGeom prst="rtTriangle">
            <a:avLst/>
          </a:prstGeom>
          <a:solidFill>
            <a:srgbClr val="98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7"/>
          <p:cNvSpPr txBox="1">
            <a:spLocks noGrp="1"/>
          </p:cNvSpPr>
          <p:nvPr>
            <p:ph type="title"/>
          </p:nvPr>
        </p:nvSpPr>
        <p:spPr>
          <a:xfrm>
            <a:off x="149791" y="1451560"/>
            <a:ext cx="6988800" cy="19806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a:solidFill>
                  <a:srgbClr val="FFFFFF"/>
                </a:solidFill>
                <a:latin typeface="Roboto"/>
                <a:ea typeface="Roboto"/>
                <a:cs typeface="Roboto"/>
                <a:sym typeface="Roboto"/>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pic>
        <p:nvPicPr>
          <p:cNvPr id="172" name="Google Shape;172;p27"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173" name="Google Shape;173;p27"/>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Yellow">
  <p:cSld name="SECTION_HEADER_1_1_3">
    <p:bg>
      <p:bgPr>
        <a:solidFill>
          <a:srgbClr val="F4B400"/>
        </a:solidFill>
        <a:effectLst/>
      </p:bgPr>
    </p:bg>
    <p:spTree>
      <p:nvGrpSpPr>
        <p:cNvPr id="1" name="Shape 174"/>
        <p:cNvGrpSpPr/>
        <p:nvPr/>
      </p:nvGrpSpPr>
      <p:grpSpPr>
        <a:xfrm>
          <a:off x="0" y="0"/>
          <a:ext cx="0" cy="0"/>
          <a:chOff x="0" y="0"/>
          <a:chExt cx="0" cy="0"/>
        </a:xfrm>
      </p:grpSpPr>
      <p:sp>
        <p:nvSpPr>
          <p:cNvPr id="175" name="Google Shape;175;p28"/>
          <p:cNvSpPr/>
          <p:nvPr/>
        </p:nvSpPr>
        <p:spPr>
          <a:xfrm flipH="1">
            <a:off x="2932843" y="1501769"/>
            <a:ext cx="4839600" cy="8556600"/>
          </a:xfrm>
          <a:prstGeom prst="rtTriangle">
            <a:avLst/>
          </a:prstGeom>
          <a:solidFill>
            <a:srgbClr val="FFCC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8"/>
          <p:cNvSpPr/>
          <p:nvPr/>
        </p:nvSpPr>
        <p:spPr>
          <a:xfrm rot="10800000">
            <a:off x="2774143" y="93"/>
            <a:ext cx="4998300" cy="5856600"/>
          </a:xfrm>
          <a:prstGeom prst="rtTriangle">
            <a:avLst/>
          </a:prstGeom>
          <a:solidFill>
            <a:srgbClr val="BF9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8"/>
          <p:cNvSpPr txBox="1">
            <a:spLocks noGrp="1"/>
          </p:cNvSpPr>
          <p:nvPr>
            <p:ph type="title"/>
          </p:nvPr>
        </p:nvSpPr>
        <p:spPr>
          <a:xfrm>
            <a:off x="149791" y="1451560"/>
            <a:ext cx="6988800" cy="19806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a:solidFill>
                  <a:srgbClr val="FFFFFF"/>
                </a:solidFill>
                <a:latin typeface="Roboto"/>
                <a:ea typeface="Roboto"/>
                <a:cs typeface="Roboto"/>
                <a:sym typeface="Roboto"/>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pic>
        <p:nvPicPr>
          <p:cNvPr id="178" name="Google Shape;178;p28"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179" name="Google Shape;179;p28"/>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Green">
  <p:cSld name="CUSTOM_2">
    <p:bg>
      <p:bgPr>
        <a:solidFill>
          <a:srgbClr val="34A853"/>
        </a:solidFill>
        <a:effectLst/>
      </p:bgPr>
    </p:bg>
    <p:spTree>
      <p:nvGrpSpPr>
        <p:cNvPr id="1" name="Shape 180"/>
        <p:cNvGrpSpPr/>
        <p:nvPr/>
      </p:nvGrpSpPr>
      <p:grpSpPr>
        <a:xfrm>
          <a:off x="0" y="0"/>
          <a:ext cx="0" cy="0"/>
          <a:chOff x="0" y="0"/>
          <a:chExt cx="0" cy="0"/>
        </a:xfrm>
      </p:grpSpPr>
      <p:sp>
        <p:nvSpPr>
          <p:cNvPr id="181" name="Google Shape;181;p29"/>
          <p:cNvSpPr/>
          <p:nvPr/>
        </p:nvSpPr>
        <p:spPr>
          <a:xfrm flipH="1">
            <a:off x="2932843" y="1501769"/>
            <a:ext cx="4839600" cy="8556600"/>
          </a:xfrm>
          <a:prstGeom prst="rtTriangle">
            <a:avLst/>
          </a:prstGeom>
          <a:solidFill>
            <a:srgbClr val="57BB8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9"/>
          <p:cNvSpPr/>
          <p:nvPr/>
        </p:nvSpPr>
        <p:spPr>
          <a:xfrm rot="10800000">
            <a:off x="2774143" y="93"/>
            <a:ext cx="4998300" cy="5856600"/>
          </a:xfrm>
          <a:prstGeom prst="rtTriangle">
            <a:avLst/>
          </a:prstGeom>
          <a:solidFill>
            <a:srgbClr val="3493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29"/>
          <p:cNvSpPr txBox="1">
            <a:spLocks noGrp="1"/>
          </p:cNvSpPr>
          <p:nvPr>
            <p:ph type="title"/>
          </p:nvPr>
        </p:nvSpPr>
        <p:spPr>
          <a:xfrm>
            <a:off x="149791" y="1451560"/>
            <a:ext cx="6988800" cy="19806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a:solidFill>
                  <a:srgbClr val="FFFFFF"/>
                </a:solidFill>
                <a:latin typeface="Roboto"/>
                <a:ea typeface="Roboto"/>
                <a:cs typeface="Roboto"/>
                <a:sym typeface="Roboto"/>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pic>
        <p:nvPicPr>
          <p:cNvPr id="184" name="Google Shape;184;p29"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185" name="Google Shape;185;p29"/>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Gray">
  <p:cSld name="SECTION_HEADER_1_1_1_1_2">
    <p:bg>
      <p:bgPr>
        <a:solidFill>
          <a:srgbClr val="999999"/>
        </a:solidFill>
        <a:effectLst/>
      </p:bgPr>
    </p:bg>
    <p:spTree>
      <p:nvGrpSpPr>
        <p:cNvPr id="1" name="Shape 186"/>
        <p:cNvGrpSpPr/>
        <p:nvPr/>
      </p:nvGrpSpPr>
      <p:grpSpPr>
        <a:xfrm>
          <a:off x="0" y="0"/>
          <a:ext cx="0" cy="0"/>
          <a:chOff x="0" y="0"/>
          <a:chExt cx="0" cy="0"/>
        </a:xfrm>
      </p:grpSpPr>
      <p:sp>
        <p:nvSpPr>
          <p:cNvPr id="187" name="Google Shape;187;p30"/>
          <p:cNvSpPr/>
          <p:nvPr/>
        </p:nvSpPr>
        <p:spPr>
          <a:xfrm flipH="1">
            <a:off x="2932843" y="1501769"/>
            <a:ext cx="4839600" cy="8556600"/>
          </a:xfrm>
          <a:prstGeom prst="rtTriangle">
            <a:avLst/>
          </a:pr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30"/>
          <p:cNvSpPr/>
          <p:nvPr/>
        </p:nvSpPr>
        <p:spPr>
          <a:xfrm rot="10800000">
            <a:off x="2774143" y="93"/>
            <a:ext cx="4998300" cy="5856600"/>
          </a:xfrm>
          <a:prstGeom prst="rtTriangle">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0"/>
          <p:cNvSpPr txBox="1">
            <a:spLocks noGrp="1"/>
          </p:cNvSpPr>
          <p:nvPr>
            <p:ph type="title"/>
          </p:nvPr>
        </p:nvSpPr>
        <p:spPr>
          <a:xfrm>
            <a:off x="149791" y="1451560"/>
            <a:ext cx="6988800" cy="1980600"/>
          </a:xfrm>
          <a:prstGeom prst="rect">
            <a:avLst/>
          </a:prstGeom>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100"/>
              <a:buNone/>
              <a:defRPr>
                <a:solidFill>
                  <a:srgbClr val="FFFFFF"/>
                </a:solidFill>
                <a:latin typeface="Roboto"/>
                <a:ea typeface="Roboto"/>
                <a:cs typeface="Roboto"/>
                <a:sym typeface="Roboto"/>
              </a:defRPr>
            </a:lvl1pPr>
            <a:lvl2pPr lvl="1" algn="ctr" rtl="0">
              <a:spcBef>
                <a:spcPts val="0"/>
              </a:spcBef>
              <a:spcAft>
                <a:spcPts val="0"/>
              </a:spcAft>
              <a:buSzPts val="3600"/>
              <a:buNone/>
              <a:defRPr/>
            </a:lvl2pPr>
            <a:lvl3pPr lvl="2" algn="ctr" rtl="0">
              <a:spcBef>
                <a:spcPts val="0"/>
              </a:spcBef>
              <a:spcAft>
                <a:spcPts val="0"/>
              </a:spcAft>
              <a:buSzPts val="3600"/>
              <a:buNone/>
              <a:defRPr/>
            </a:lvl3pPr>
            <a:lvl4pPr lvl="3" algn="ctr" rtl="0">
              <a:spcBef>
                <a:spcPts val="0"/>
              </a:spcBef>
              <a:spcAft>
                <a:spcPts val="0"/>
              </a:spcAft>
              <a:buSzPts val="3600"/>
              <a:buNone/>
              <a:defRPr/>
            </a:lvl4pPr>
            <a:lvl5pPr lvl="4" algn="ctr" rtl="0">
              <a:spcBef>
                <a:spcPts val="0"/>
              </a:spcBef>
              <a:spcAft>
                <a:spcPts val="0"/>
              </a:spcAft>
              <a:buSzPts val="3600"/>
              <a:buNone/>
              <a:defRPr/>
            </a:lvl5pPr>
            <a:lvl6pPr lvl="5" algn="ctr" rtl="0">
              <a:spcBef>
                <a:spcPts val="0"/>
              </a:spcBef>
              <a:spcAft>
                <a:spcPts val="0"/>
              </a:spcAft>
              <a:buSzPts val="3600"/>
              <a:buNone/>
              <a:defRPr/>
            </a:lvl6pPr>
            <a:lvl7pPr lvl="6" algn="ctr" rtl="0">
              <a:spcBef>
                <a:spcPts val="0"/>
              </a:spcBef>
              <a:spcAft>
                <a:spcPts val="0"/>
              </a:spcAft>
              <a:buSzPts val="3600"/>
              <a:buNone/>
              <a:defRPr/>
            </a:lvl7pPr>
            <a:lvl8pPr lvl="7" algn="ctr" rtl="0">
              <a:spcBef>
                <a:spcPts val="0"/>
              </a:spcBef>
              <a:spcAft>
                <a:spcPts val="0"/>
              </a:spcAft>
              <a:buSzPts val="3600"/>
              <a:buNone/>
              <a:defRPr/>
            </a:lvl8pPr>
            <a:lvl9pPr lvl="8" algn="ctr" rtl="0">
              <a:spcBef>
                <a:spcPts val="0"/>
              </a:spcBef>
              <a:spcAft>
                <a:spcPts val="0"/>
              </a:spcAft>
              <a:buSzPts val="3600"/>
              <a:buNone/>
              <a:defRPr/>
            </a:lvl9pPr>
          </a:lstStyle>
          <a:p>
            <a:endParaRPr/>
          </a:p>
        </p:txBody>
      </p:sp>
      <p:pic>
        <p:nvPicPr>
          <p:cNvPr id="190" name="Google Shape;190;p30" descr="Google_Logo_2015_gr.png"/>
          <p:cNvPicPr preferRelativeResize="0"/>
          <p:nvPr/>
        </p:nvPicPr>
        <p:blipFill>
          <a:blip r:embed="rId2">
            <a:alphaModFix/>
          </a:blip>
          <a:stretch>
            <a:fillRect/>
          </a:stretch>
        </p:blipFill>
        <p:spPr>
          <a:xfrm>
            <a:off x="149786" y="9468339"/>
            <a:ext cx="472111" cy="145454"/>
          </a:xfrm>
          <a:prstGeom prst="rect">
            <a:avLst/>
          </a:prstGeom>
          <a:noFill/>
          <a:ln>
            <a:noFill/>
          </a:ln>
        </p:spPr>
      </p:pic>
      <p:sp>
        <p:nvSpPr>
          <p:cNvPr id="191" name="Google Shape;191;p30"/>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rgbClr val="FFFFFF"/>
                </a:solidFill>
                <a:latin typeface="Roboto"/>
                <a:ea typeface="Roboto"/>
                <a:cs typeface="Roboto"/>
                <a:sym typeface="Roboto"/>
              </a:rPr>
              <a:t>Proprietary + Confidential</a:t>
            </a:r>
            <a:endParaRPr sz="600">
              <a:solidFill>
                <a:srgbClr val="FFFFFF"/>
              </a:solidFill>
              <a:latin typeface="Roboto"/>
              <a:ea typeface="Roboto"/>
              <a:cs typeface="Roboto"/>
              <a:sym typeface="Robot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Line Title with Bullets">
  <p:cSld name="One Line Title with Bullets">
    <p:spTree>
      <p:nvGrpSpPr>
        <p:cNvPr id="1" name="Shape 192"/>
        <p:cNvGrpSpPr/>
        <p:nvPr/>
      </p:nvGrpSpPr>
      <p:grpSpPr>
        <a:xfrm>
          <a:off x="0" y="0"/>
          <a:ext cx="0" cy="0"/>
          <a:chOff x="0" y="0"/>
          <a:chExt cx="0" cy="0"/>
        </a:xfrm>
      </p:grpSpPr>
      <p:sp>
        <p:nvSpPr>
          <p:cNvPr id="193" name="Google Shape;193;p31"/>
          <p:cNvSpPr txBox="1">
            <a:spLocks noGrp="1"/>
          </p:cNvSpPr>
          <p:nvPr>
            <p:ph type="title"/>
          </p:nvPr>
        </p:nvSpPr>
        <p:spPr>
          <a:xfrm>
            <a:off x="355405" y="1105984"/>
            <a:ext cx="6995100" cy="10191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3600"/>
              <a:buNone/>
              <a:defRPr sz="2400">
                <a:latin typeface="Helvetica Neue"/>
                <a:ea typeface="Helvetica Neue"/>
                <a:cs typeface="Helvetica Neue"/>
                <a:sym typeface="Helvetica Neue"/>
              </a:defRPr>
            </a:lvl1pPr>
            <a:lvl2pPr lvl="1" rtl="0">
              <a:spcBef>
                <a:spcPts val="0"/>
              </a:spcBef>
              <a:spcAft>
                <a:spcPts val="0"/>
              </a:spcAft>
              <a:buSzPts val="3600"/>
              <a:buNone/>
              <a:defRPr sz="2000">
                <a:solidFill>
                  <a:srgbClr val="DA4B2F"/>
                </a:solidFill>
                <a:latin typeface="Open Sans"/>
                <a:ea typeface="Open Sans"/>
                <a:cs typeface="Open Sans"/>
                <a:sym typeface="Open Sans"/>
              </a:defRPr>
            </a:lvl2pPr>
            <a:lvl3pPr lvl="2" rtl="0">
              <a:spcBef>
                <a:spcPts val="0"/>
              </a:spcBef>
              <a:spcAft>
                <a:spcPts val="0"/>
              </a:spcAft>
              <a:buSzPts val="3600"/>
              <a:buNone/>
              <a:defRPr sz="2000">
                <a:solidFill>
                  <a:srgbClr val="DA4B2F"/>
                </a:solidFill>
                <a:latin typeface="Open Sans"/>
                <a:ea typeface="Open Sans"/>
                <a:cs typeface="Open Sans"/>
                <a:sym typeface="Open Sans"/>
              </a:defRPr>
            </a:lvl3pPr>
            <a:lvl4pPr lvl="3" rtl="0">
              <a:spcBef>
                <a:spcPts val="0"/>
              </a:spcBef>
              <a:spcAft>
                <a:spcPts val="0"/>
              </a:spcAft>
              <a:buSzPts val="3600"/>
              <a:buNone/>
              <a:defRPr sz="2000">
                <a:solidFill>
                  <a:srgbClr val="DA4B2F"/>
                </a:solidFill>
                <a:latin typeface="Open Sans"/>
                <a:ea typeface="Open Sans"/>
                <a:cs typeface="Open Sans"/>
                <a:sym typeface="Open Sans"/>
              </a:defRPr>
            </a:lvl4pPr>
            <a:lvl5pPr lvl="4" rtl="0">
              <a:spcBef>
                <a:spcPts val="0"/>
              </a:spcBef>
              <a:spcAft>
                <a:spcPts val="0"/>
              </a:spcAft>
              <a:buSzPts val="3600"/>
              <a:buNone/>
              <a:defRPr sz="2000">
                <a:solidFill>
                  <a:srgbClr val="DA4B2F"/>
                </a:solidFill>
                <a:latin typeface="Open Sans"/>
                <a:ea typeface="Open Sans"/>
                <a:cs typeface="Open Sans"/>
                <a:sym typeface="Open Sans"/>
              </a:defRPr>
            </a:lvl5pPr>
            <a:lvl6pPr lvl="5" rtl="0">
              <a:spcBef>
                <a:spcPts val="0"/>
              </a:spcBef>
              <a:spcAft>
                <a:spcPts val="0"/>
              </a:spcAft>
              <a:buSzPts val="3600"/>
              <a:buNone/>
              <a:defRPr sz="2000">
                <a:solidFill>
                  <a:schemeClr val="dk1"/>
                </a:solidFill>
                <a:latin typeface="Open Sans"/>
                <a:ea typeface="Open Sans"/>
                <a:cs typeface="Open Sans"/>
                <a:sym typeface="Open Sans"/>
              </a:defRPr>
            </a:lvl6pPr>
            <a:lvl7pPr lvl="6" rtl="0">
              <a:spcBef>
                <a:spcPts val="0"/>
              </a:spcBef>
              <a:spcAft>
                <a:spcPts val="0"/>
              </a:spcAft>
              <a:buSzPts val="3600"/>
              <a:buNone/>
              <a:defRPr sz="2000">
                <a:solidFill>
                  <a:schemeClr val="dk1"/>
                </a:solidFill>
                <a:latin typeface="Open Sans"/>
                <a:ea typeface="Open Sans"/>
                <a:cs typeface="Open Sans"/>
                <a:sym typeface="Open Sans"/>
              </a:defRPr>
            </a:lvl7pPr>
            <a:lvl8pPr lvl="7" rtl="0">
              <a:spcBef>
                <a:spcPts val="0"/>
              </a:spcBef>
              <a:spcAft>
                <a:spcPts val="0"/>
              </a:spcAft>
              <a:buSzPts val="3600"/>
              <a:buNone/>
              <a:defRPr sz="2000">
                <a:solidFill>
                  <a:schemeClr val="dk1"/>
                </a:solidFill>
                <a:latin typeface="Open Sans"/>
                <a:ea typeface="Open Sans"/>
                <a:cs typeface="Open Sans"/>
                <a:sym typeface="Open Sans"/>
              </a:defRPr>
            </a:lvl8pPr>
            <a:lvl9pPr lvl="8" rtl="0">
              <a:spcBef>
                <a:spcPts val="0"/>
              </a:spcBef>
              <a:spcAft>
                <a:spcPts val="0"/>
              </a:spcAft>
              <a:buSzPts val="3600"/>
              <a:buNone/>
              <a:defRPr sz="2000">
                <a:solidFill>
                  <a:schemeClr val="dk1"/>
                </a:solidFill>
                <a:latin typeface="Open Sans"/>
                <a:ea typeface="Open Sans"/>
                <a:cs typeface="Open Sans"/>
                <a:sym typeface="Open Sans"/>
              </a:defRPr>
            </a:lvl9pPr>
          </a:lstStyle>
          <a:p>
            <a:endParaRPr/>
          </a:p>
        </p:txBody>
      </p:sp>
      <p:sp>
        <p:nvSpPr>
          <p:cNvPr id="194" name="Google Shape;194;p31"/>
          <p:cNvSpPr txBox="1">
            <a:spLocks noGrp="1"/>
          </p:cNvSpPr>
          <p:nvPr>
            <p:ph type="body" idx="1"/>
          </p:nvPr>
        </p:nvSpPr>
        <p:spPr>
          <a:xfrm>
            <a:off x="314350" y="2503424"/>
            <a:ext cx="6995100" cy="5544600"/>
          </a:xfrm>
          <a:prstGeom prst="rect">
            <a:avLst/>
          </a:prstGeom>
          <a:noFill/>
          <a:ln>
            <a:noFill/>
          </a:ln>
        </p:spPr>
        <p:txBody>
          <a:bodyPr spcFirstLastPara="1" wrap="square" lIns="91425" tIns="91425" rIns="91425" bIns="91425" anchor="t" anchorCtr="0">
            <a:noAutofit/>
          </a:bodyPr>
          <a:lstStyle>
            <a:lvl1pPr marL="457200" lvl="0" indent="-342900" rtl="0">
              <a:lnSpc>
                <a:spcPct val="100000"/>
              </a:lnSpc>
              <a:spcBef>
                <a:spcPts val="1200"/>
              </a:spcBef>
              <a:spcAft>
                <a:spcPts val="0"/>
              </a:spcAft>
              <a:buSzPts val="1800"/>
              <a:buChar char="●"/>
              <a:defRPr sz="1600">
                <a:solidFill>
                  <a:schemeClr val="dk2"/>
                </a:solidFill>
                <a:latin typeface="Helvetica Neue"/>
                <a:ea typeface="Helvetica Neue"/>
                <a:cs typeface="Helvetica Neue"/>
                <a:sym typeface="Helvetica Neue"/>
              </a:defRPr>
            </a:lvl1pPr>
            <a:lvl2pPr marL="914400" lvl="1" indent="-317500" rtl="0">
              <a:lnSpc>
                <a:spcPct val="100000"/>
              </a:lnSpc>
              <a:spcBef>
                <a:spcPts val="1200"/>
              </a:spcBef>
              <a:spcAft>
                <a:spcPts val="0"/>
              </a:spcAft>
              <a:buSzPts val="1400"/>
              <a:buChar char="○"/>
              <a:defRPr sz="1400">
                <a:solidFill>
                  <a:schemeClr val="dk2"/>
                </a:solidFill>
                <a:latin typeface="Helvetica Neue"/>
                <a:ea typeface="Helvetica Neue"/>
                <a:cs typeface="Helvetica Neue"/>
                <a:sym typeface="Helvetica Neue"/>
              </a:defRPr>
            </a:lvl2pPr>
            <a:lvl3pPr marL="1371600" lvl="2" indent="-317500" rtl="0">
              <a:lnSpc>
                <a:spcPct val="100000"/>
              </a:lnSpc>
              <a:spcBef>
                <a:spcPts val="600"/>
              </a:spcBef>
              <a:spcAft>
                <a:spcPts val="0"/>
              </a:spcAft>
              <a:buSzPts val="1400"/>
              <a:buChar char="■"/>
              <a:defRPr sz="1200">
                <a:solidFill>
                  <a:schemeClr val="dk2"/>
                </a:solidFill>
                <a:latin typeface="Helvetica Neue"/>
                <a:ea typeface="Helvetica Neue"/>
                <a:cs typeface="Helvetica Neue"/>
                <a:sym typeface="Helvetica Neue"/>
              </a:defRPr>
            </a:lvl3pPr>
            <a:lvl4pPr marL="1828800" lvl="3" indent="-317500" rtl="0">
              <a:lnSpc>
                <a:spcPct val="100000"/>
              </a:lnSpc>
              <a:spcBef>
                <a:spcPts val="600"/>
              </a:spcBef>
              <a:spcAft>
                <a:spcPts val="0"/>
              </a:spcAft>
              <a:buSzPts val="1400"/>
              <a:buChar char="●"/>
              <a:defRPr sz="1200">
                <a:solidFill>
                  <a:schemeClr val="dk2"/>
                </a:solidFill>
                <a:latin typeface="Helvetica Neue"/>
                <a:ea typeface="Helvetica Neue"/>
                <a:cs typeface="Helvetica Neue"/>
                <a:sym typeface="Helvetica Neue"/>
              </a:defRPr>
            </a:lvl4pPr>
            <a:lvl5pPr marL="2286000" lvl="4" indent="-317500" rtl="0">
              <a:lnSpc>
                <a:spcPct val="100000"/>
              </a:lnSpc>
              <a:spcBef>
                <a:spcPts val="600"/>
              </a:spcBef>
              <a:spcAft>
                <a:spcPts val="0"/>
              </a:spcAft>
              <a:buSzPts val="1400"/>
              <a:buChar char="○"/>
              <a:defRPr sz="1000">
                <a:solidFill>
                  <a:schemeClr val="dk2"/>
                </a:solidFill>
                <a:latin typeface="Helvetica Neue"/>
                <a:ea typeface="Helvetica Neue"/>
                <a:cs typeface="Helvetica Neue"/>
                <a:sym typeface="Helvetica Neue"/>
              </a:defRPr>
            </a:lvl5pPr>
            <a:lvl6pPr marL="2743200" lvl="5" indent="-317500" rtl="0">
              <a:spcBef>
                <a:spcPts val="0"/>
              </a:spcBef>
              <a:spcAft>
                <a:spcPts val="0"/>
              </a:spcAft>
              <a:buSzPts val="1400"/>
              <a:buChar char="■"/>
              <a:defRPr sz="2000">
                <a:solidFill>
                  <a:schemeClr val="dk1"/>
                </a:solidFill>
                <a:latin typeface="Open Sans"/>
                <a:ea typeface="Open Sans"/>
                <a:cs typeface="Open Sans"/>
                <a:sym typeface="Open Sans"/>
              </a:defRPr>
            </a:lvl6pPr>
            <a:lvl7pPr marL="3200400" lvl="6" indent="-317500" rtl="0">
              <a:spcBef>
                <a:spcPts val="1400"/>
              </a:spcBef>
              <a:spcAft>
                <a:spcPts val="0"/>
              </a:spcAft>
              <a:buSzPts val="1400"/>
              <a:buChar char="●"/>
              <a:defRPr sz="2000">
                <a:solidFill>
                  <a:schemeClr val="dk1"/>
                </a:solidFill>
                <a:latin typeface="Open Sans"/>
                <a:ea typeface="Open Sans"/>
                <a:cs typeface="Open Sans"/>
                <a:sym typeface="Open Sans"/>
              </a:defRPr>
            </a:lvl7pPr>
            <a:lvl8pPr marL="3657600" lvl="7" indent="-317500" rtl="0">
              <a:spcBef>
                <a:spcPts val="1400"/>
              </a:spcBef>
              <a:spcAft>
                <a:spcPts val="0"/>
              </a:spcAft>
              <a:buSzPts val="1400"/>
              <a:buChar char="○"/>
              <a:defRPr sz="2000">
                <a:solidFill>
                  <a:schemeClr val="dk1"/>
                </a:solidFill>
                <a:latin typeface="Open Sans"/>
                <a:ea typeface="Open Sans"/>
                <a:cs typeface="Open Sans"/>
                <a:sym typeface="Open Sans"/>
              </a:defRPr>
            </a:lvl8pPr>
            <a:lvl9pPr marL="4114800" lvl="8" indent="-317500" rtl="0">
              <a:spcBef>
                <a:spcPts val="1400"/>
              </a:spcBef>
              <a:spcAft>
                <a:spcPts val="1400"/>
              </a:spcAft>
              <a:buSzPts val="1400"/>
              <a:buChar char="■"/>
              <a:defRPr sz="2000">
                <a:solidFill>
                  <a:schemeClr val="dk1"/>
                </a:solidFill>
                <a:latin typeface="Open Sans"/>
                <a:ea typeface="Open Sans"/>
                <a:cs typeface="Open Sans"/>
                <a:sym typeface="Open Sans"/>
              </a:defRPr>
            </a:lvl9pPr>
          </a:lstStyle>
          <a:p>
            <a:endParaRPr/>
          </a:p>
        </p:txBody>
      </p:sp>
      <p:sp>
        <p:nvSpPr>
          <p:cNvPr id="195" name="Google Shape;195;p31"/>
          <p:cNvSpPr txBox="1">
            <a:spLocks noGrp="1"/>
          </p:cNvSpPr>
          <p:nvPr>
            <p:ph type="body" idx="2"/>
          </p:nvPr>
        </p:nvSpPr>
        <p:spPr>
          <a:xfrm>
            <a:off x="287579" y="1249923840"/>
            <a:ext cx="5429700" cy="661800"/>
          </a:xfrm>
          <a:prstGeom prst="rect">
            <a:avLst/>
          </a:prstGeom>
          <a:noFill/>
          <a:ln>
            <a:noFill/>
          </a:ln>
        </p:spPr>
        <p:txBody>
          <a:bodyPr spcFirstLastPara="1" wrap="square" lIns="91425" tIns="91425" rIns="91425" bIns="91425" anchor="b" anchorCtr="0">
            <a:noAutofit/>
          </a:bodyPr>
          <a:lstStyle>
            <a:lvl1pPr marL="457200" lvl="0" indent="-228600" algn="l" rtl="0">
              <a:lnSpc>
                <a:spcPct val="100000"/>
              </a:lnSpc>
              <a:spcBef>
                <a:spcPts val="0"/>
              </a:spcBef>
              <a:spcAft>
                <a:spcPts val="0"/>
              </a:spcAft>
              <a:buClr>
                <a:schemeClr val="lt2"/>
              </a:buClr>
              <a:buSzPts val="1800"/>
              <a:buFont typeface="Open Sans"/>
              <a:buNone/>
              <a:defRPr sz="800" b="0">
                <a:solidFill>
                  <a:schemeClr val="lt2"/>
                </a:solidFill>
                <a:latin typeface="Helvetica Neue"/>
                <a:ea typeface="Helvetica Neue"/>
                <a:cs typeface="Helvetica Neue"/>
                <a:sym typeface="Helvetica Neue"/>
              </a:defRPr>
            </a:lvl1pPr>
            <a:lvl2pPr marL="914400" lvl="1" indent="-317500" rtl="0">
              <a:spcBef>
                <a:spcPts val="1400"/>
              </a:spcBef>
              <a:spcAft>
                <a:spcPts val="0"/>
              </a:spcAft>
              <a:buSzPts val="1400"/>
              <a:buChar char="○"/>
              <a:defRPr sz="1400">
                <a:solidFill>
                  <a:schemeClr val="dk2"/>
                </a:solidFill>
                <a:latin typeface="Helvetica Neue"/>
                <a:ea typeface="Helvetica Neue"/>
                <a:cs typeface="Helvetica Neue"/>
                <a:sym typeface="Helvetica Neue"/>
              </a:defRPr>
            </a:lvl2pPr>
            <a:lvl3pPr marL="1371600" lvl="2" indent="-317500" rtl="0">
              <a:spcBef>
                <a:spcPts val="1400"/>
              </a:spcBef>
              <a:spcAft>
                <a:spcPts val="0"/>
              </a:spcAft>
              <a:buSzPts val="1400"/>
              <a:buChar char="■"/>
              <a:defRPr sz="1400">
                <a:solidFill>
                  <a:schemeClr val="dk2"/>
                </a:solidFill>
                <a:latin typeface="Helvetica Neue"/>
                <a:ea typeface="Helvetica Neue"/>
                <a:cs typeface="Helvetica Neue"/>
                <a:sym typeface="Helvetica Neue"/>
              </a:defRPr>
            </a:lvl3pPr>
            <a:lvl4pPr marL="1828800" lvl="3" indent="-317500" rtl="0">
              <a:spcBef>
                <a:spcPts val="1400"/>
              </a:spcBef>
              <a:spcAft>
                <a:spcPts val="0"/>
              </a:spcAft>
              <a:buSzPts val="1400"/>
              <a:buChar char="●"/>
              <a:defRPr sz="1200">
                <a:solidFill>
                  <a:schemeClr val="dk2"/>
                </a:solidFill>
                <a:latin typeface="Helvetica Neue"/>
                <a:ea typeface="Helvetica Neue"/>
                <a:cs typeface="Helvetica Neue"/>
                <a:sym typeface="Helvetica Neue"/>
              </a:defRPr>
            </a:lvl4pPr>
            <a:lvl5pPr marL="2286000" lvl="4" indent="-317500" rtl="0">
              <a:spcBef>
                <a:spcPts val="1400"/>
              </a:spcBef>
              <a:spcAft>
                <a:spcPts val="0"/>
              </a:spcAft>
              <a:buSzPts val="1400"/>
              <a:buChar char="○"/>
              <a:defRPr sz="1000">
                <a:solidFill>
                  <a:schemeClr val="dk2"/>
                </a:solidFill>
                <a:latin typeface="Helvetica Neue"/>
                <a:ea typeface="Helvetica Neue"/>
                <a:cs typeface="Helvetica Neue"/>
                <a:sym typeface="Helvetica Neue"/>
              </a:defRPr>
            </a:lvl5pPr>
            <a:lvl6pPr marL="2743200" lvl="5" indent="-317500" rtl="0">
              <a:spcBef>
                <a:spcPts val="1400"/>
              </a:spcBef>
              <a:spcAft>
                <a:spcPts val="0"/>
              </a:spcAft>
              <a:buSzPts val="1400"/>
              <a:buChar char="■"/>
              <a:defRPr sz="2000">
                <a:solidFill>
                  <a:schemeClr val="dk1"/>
                </a:solidFill>
                <a:latin typeface="Open Sans"/>
                <a:ea typeface="Open Sans"/>
                <a:cs typeface="Open Sans"/>
                <a:sym typeface="Open Sans"/>
              </a:defRPr>
            </a:lvl6pPr>
            <a:lvl7pPr marL="3200400" lvl="6" indent="-317500" rtl="0">
              <a:spcBef>
                <a:spcPts val="1400"/>
              </a:spcBef>
              <a:spcAft>
                <a:spcPts val="0"/>
              </a:spcAft>
              <a:buSzPts val="1400"/>
              <a:buChar char="●"/>
              <a:defRPr sz="2000">
                <a:solidFill>
                  <a:schemeClr val="dk1"/>
                </a:solidFill>
                <a:latin typeface="Open Sans"/>
                <a:ea typeface="Open Sans"/>
                <a:cs typeface="Open Sans"/>
                <a:sym typeface="Open Sans"/>
              </a:defRPr>
            </a:lvl7pPr>
            <a:lvl8pPr marL="3657600" lvl="7" indent="-317500" rtl="0">
              <a:spcBef>
                <a:spcPts val="1400"/>
              </a:spcBef>
              <a:spcAft>
                <a:spcPts val="0"/>
              </a:spcAft>
              <a:buSzPts val="1400"/>
              <a:buChar char="○"/>
              <a:defRPr sz="2000">
                <a:solidFill>
                  <a:schemeClr val="dk1"/>
                </a:solidFill>
                <a:latin typeface="Open Sans"/>
                <a:ea typeface="Open Sans"/>
                <a:cs typeface="Open Sans"/>
                <a:sym typeface="Open Sans"/>
              </a:defRPr>
            </a:lvl8pPr>
            <a:lvl9pPr marL="4114800" lvl="8" indent="-317500" rtl="0">
              <a:spcBef>
                <a:spcPts val="1400"/>
              </a:spcBef>
              <a:spcAft>
                <a:spcPts val="1400"/>
              </a:spcAft>
              <a:buSzPts val="1400"/>
              <a:buChar char="■"/>
              <a:defRPr sz="2000">
                <a:solidFill>
                  <a:schemeClr val="dk1"/>
                </a:solidFill>
                <a:latin typeface="Open Sans"/>
                <a:ea typeface="Open Sans"/>
                <a:cs typeface="Open Sans"/>
                <a:sym typeface="Open Sans"/>
              </a:defRPr>
            </a:lvl9pPr>
          </a:lstStyle>
          <a:p>
            <a:endParaRPr/>
          </a:p>
        </p:txBody>
      </p:sp>
      <p:sp>
        <p:nvSpPr>
          <p:cNvPr id="196" name="Google Shape;196;p31"/>
          <p:cNvSpPr txBox="1">
            <a:spLocks noGrp="1"/>
          </p:cNvSpPr>
          <p:nvPr>
            <p:ph type="body" idx="3"/>
          </p:nvPr>
        </p:nvSpPr>
        <p:spPr>
          <a:xfrm>
            <a:off x="314632" y="9150883"/>
            <a:ext cx="5429700" cy="661800"/>
          </a:xfrm>
          <a:prstGeom prst="rect">
            <a:avLst/>
          </a:prstGeom>
          <a:noFill/>
          <a:ln>
            <a:noFill/>
          </a:ln>
        </p:spPr>
        <p:txBody>
          <a:bodyPr spcFirstLastPara="1" wrap="square" lIns="91425" tIns="91425" rIns="91425" bIns="91425" anchor="b" anchorCtr="0">
            <a:noAutofit/>
          </a:bodyPr>
          <a:lstStyle>
            <a:lvl1pPr marL="457200" lvl="0" indent="-228600" algn="l" rtl="0">
              <a:lnSpc>
                <a:spcPct val="100000"/>
              </a:lnSpc>
              <a:spcBef>
                <a:spcPts val="0"/>
              </a:spcBef>
              <a:spcAft>
                <a:spcPts val="0"/>
              </a:spcAft>
              <a:buClr>
                <a:schemeClr val="lt2"/>
              </a:buClr>
              <a:buSzPts val="1800"/>
              <a:buFont typeface="Open Sans"/>
              <a:buNone/>
              <a:defRPr sz="800" b="0">
                <a:solidFill>
                  <a:schemeClr val="lt2"/>
                </a:solidFill>
                <a:latin typeface="Helvetica Neue"/>
                <a:ea typeface="Helvetica Neue"/>
                <a:cs typeface="Helvetica Neue"/>
                <a:sym typeface="Helvetica Neue"/>
              </a:defRPr>
            </a:lvl1pPr>
            <a:lvl2pPr marL="914400" lvl="1" indent="-317500" rtl="0">
              <a:spcBef>
                <a:spcPts val="1400"/>
              </a:spcBef>
              <a:spcAft>
                <a:spcPts val="0"/>
              </a:spcAft>
              <a:buSzPts val="1400"/>
              <a:buChar char="○"/>
              <a:defRPr sz="1400">
                <a:solidFill>
                  <a:schemeClr val="dk2"/>
                </a:solidFill>
                <a:latin typeface="Helvetica Neue"/>
                <a:ea typeface="Helvetica Neue"/>
                <a:cs typeface="Helvetica Neue"/>
                <a:sym typeface="Helvetica Neue"/>
              </a:defRPr>
            </a:lvl2pPr>
            <a:lvl3pPr marL="1371600" lvl="2" indent="-317500" rtl="0">
              <a:spcBef>
                <a:spcPts val="1400"/>
              </a:spcBef>
              <a:spcAft>
                <a:spcPts val="0"/>
              </a:spcAft>
              <a:buSzPts val="1400"/>
              <a:buChar char="■"/>
              <a:defRPr sz="1400">
                <a:solidFill>
                  <a:schemeClr val="dk2"/>
                </a:solidFill>
                <a:latin typeface="Helvetica Neue"/>
                <a:ea typeface="Helvetica Neue"/>
                <a:cs typeface="Helvetica Neue"/>
                <a:sym typeface="Helvetica Neue"/>
              </a:defRPr>
            </a:lvl3pPr>
            <a:lvl4pPr marL="1828800" lvl="3" indent="-317500" rtl="0">
              <a:spcBef>
                <a:spcPts val="1400"/>
              </a:spcBef>
              <a:spcAft>
                <a:spcPts val="0"/>
              </a:spcAft>
              <a:buSzPts val="1400"/>
              <a:buChar char="●"/>
              <a:defRPr sz="1200">
                <a:solidFill>
                  <a:schemeClr val="dk2"/>
                </a:solidFill>
                <a:latin typeface="Helvetica Neue"/>
                <a:ea typeface="Helvetica Neue"/>
                <a:cs typeface="Helvetica Neue"/>
                <a:sym typeface="Helvetica Neue"/>
              </a:defRPr>
            </a:lvl4pPr>
            <a:lvl5pPr marL="2286000" lvl="4" indent="-317500" rtl="0">
              <a:spcBef>
                <a:spcPts val="1400"/>
              </a:spcBef>
              <a:spcAft>
                <a:spcPts val="0"/>
              </a:spcAft>
              <a:buSzPts val="1400"/>
              <a:buChar char="○"/>
              <a:defRPr sz="1000">
                <a:solidFill>
                  <a:schemeClr val="dk2"/>
                </a:solidFill>
                <a:latin typeface="Helvetica Neue"/>
                <a:ea typeface="Helvetica Neue"/>
                <a:cs typeface="Helvetica Neue"/>
                <a:sym typeface="Helvetica Neue"/>
              </a:defRPr>
            </a:lvl5pPr>
            <a:lvl6pPr marL="2743200" lvl="5" indent="-317500" rtl="0">
              <a:spcBef>
                <a:spcPts val="1400"/>
              </a:spcBef>
              <a:spcAft>
                <a:spcPts val="0"/>
              </a:spcAft>
              <a:buSzPts val="1400"/>
              <a:buChar char="■"/>
              <a:defRPr sz="2000">
                <a:solidFill>
                  <a:schemeClr val="dk1"/>
                </a:solidFill>
                <a:latin typeface="Open Sans"/>
                <a:ea typeface="Open Sans"/>
                <a:cs typeface="Open Sans"/>
                <a:sym typeface="Open Sans"/>
              </a:defRPr>
            </a:lvl6pPr>
            <a:lvl7pPr marL="3200400" lvl="6" indent="-317500" rtl="0">
              <a:spcBef>
                <a:spcPts val="1400"/>
              </a:spcBef>
              <a:spcAft>
                <a:spcPts val="0"/>
              </a:spcAft>
              <a:buSzPts val="1400"/>
              <a:buChar char="●"/>
              <a:defRPr sz="2000">
                <a:solidFill>
                  <a:schemeClr val="dk1"/>
                </a:solidFill>
                <a:latin typeface="Open Sans"/>
                <a:ea typeface="Open Sans"/>
                <a:cs typeface="Open Sans"/>
                <a:sym typeface="Open Sans"/>
              </a:defRPr>
            </a:lvl7pPr>
            <a:lvl8pPr marL="3657600" lvl="7" indent="-317500" rtl="0">
              <a:spcBef>
                <a:spcPts val="1400"/>
              </a:spcBef>
              <a:spcAft>
                <a:spcPts val="0"/>
              </a:spcAft>
              <a:buSzPts val="1400"/>
              <a:buChar char="○"/>
              <a:defRPr sz="2000">
                <a:solidFill>
                  <a:schemeClr val="dk1"/>
                </a:solidFill>
                <a:latin typeface="Open Sans"/>
                <a:ea typeface="Open Sans"/>
                <a:cs typeface="Open Sans"/>
                <a:sym typeface="Open Sans"/>
              </a:defRPr>
            </a:lvl8pPr>
            <a:lvl9pPr marL="4114800" lvl="8" indent="-317500" rtl="0">
              <a:spcBef>
                <a:spcPts val="1400"/>
              </a:spcBef>
              <a:spcAft>
                <a:spcPts val="1400"/>
              </a:spcAft>
              <a:buSzPts val="1400"/>
              <a:buChar char="■"/>
              <a:defRPr sz="2000">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1" type="tx">
  <p:cSld name="TITLE_AND_BODY">
    <p:spTree>
      <p:nvGrpSpPr>
        <p:cNvPr id="1" name="Shape 197"/>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8"/>
        <p:cNvGrpSpPr/>
        <p:nvPr/>
      </p:nvGrpSpPr>
      <p:grpSpPr>
        <a:xfrm>
          <a:off x="0" y="0"/>
          <a:ext cx="0" cy="0"/>
          <a:chOff x="0" y="0"/>
          <a:chExt cx="0" cy="0"/>
        </a:xfrm>
      </p:grpSpPr>
      <p:sp>
        <p:nvSpPr>
          <p:cNvPr id="199" name="Google Shape;199;p33"/>
          <p:cNvSpPr txBox="1">
            <a:spLocks noGrp="1"/>
          </p:cNvSpPr>
          <p:nvPr>
            <p:ph type="title"/>
          </p:nvPr>
        </p:nvSpPr>
        <p:spPr>
          <a:xfrm>
            <a:off x="388620" y="402801"/>
            <a:ext cx="6995100" cy="1676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00" name="Google Shape;200;p33"/>
          <p:cNvSpPr txBox="1">
            <a:spLocks noGrp="1"/>
          </p:cNvSpPr>
          <p:nvPr>
            <p:ph type="body" idx="1"/>
          </p:nvPr>
        </p:nvSpPr>
        <p:spPr>
          <a:xfrm>
            <a:off x="388620" y="2346964"/>
            <a:ext cx="6995100" cy="6638100"/>
          </a:xfrm>
          <a:prstGeom prst="rect">
            <a:avLst/>
          </a:prstGeom>
          <a:noFill/>
          <a:ln>
            <a:noFill/>
          </a:ln>
        </p:spPr>
        <p:txBody>
          <a:bodyPr spcFirstLastPara="1" wrap="square" lIns="91425" tIns="91425" rIns="91425" bIns="91425" anchor="t" anchorCtr="0">
            <a:noAutofit/>
          </a:bodyPr>
          <a:lstStyle>
            <a:lvl1pPr marL="457200" lvl="0" indent="-342900" rtl="0">
              <a:spcBef>
                <a:spcPts val="0"/>
              </a:spcBef>
              <a:spcAft>
                <a:spcPts val="0"/>
              </a:spcAft>
              <a:buSzPts val="1800"/>
              <a:buChar char="●"/>
              <a:defRPr/>
            </a:lvl1pPr>
            <a:lvl2pPr marL="914400" lvl="1" indent="-317500" rtl="0">
              <a:spcBef>
                <a:spcPts val="1400"/>
              </a:spcBef>
              <a:spcAft>
                <a:spcPts val="0"/>
              </a:spcAft>
              <a:buSzPts val="1400"/>
              <a:buChar char="○"/>
              <a:defRPr/>
            </a:lvl2pPr>
            <a:lvl3pPr marL="1371600" lvl="2" indent="-317500" rtl="0">
              <a:spcBef>
                <a:spcPts val="1400"/>
              </a:spcBef>
              <a:spcAft>
                <a:spcPts val="0"/>
              </a:spcAft>
              <a:buSzPts val="1400"/>
              <a:buChar char="■"/>
              <a:defRPr/>
            </a:lvl3pPr>
            <a:lvl4pPr marL="1828800" lvl="3" indent="-317500" rtl="0">
              <a:spcBef>
                <a:spcPts val="1400"/>
              </a:spcBef>
              <a:spcAft>
                <a:spcPts val="0"/>
              </a:spcAft>
              <a:buSzPts val="1400"/>
              <a:buChar char="●"/>
              <a:defRPr/>
            </a:lvl4pPr>
            <a:lvl5pPr marL="2286000" lvl="4" indent="-317500" rtl="0">
              <a:spcBef>
                <a:spcPts val="1400"/>
              </a:spcBef>
              <a:spcAft>
                <a:spcPts val="0"/>
              </a:spcAft>
              <a:buSzPts val="1400"/>
              <a:buChar char="○"/>
              <a:defRPr/>
            </a:lvl5pPr>
            <a:lvl6pPr marL="2743200" lvl="5" indent="-317500" rtl="0">
              <a:spcBef>
                <a:spcPts val="1400"/>
              </a:spcBef>
              <a:spcAft>
                <a:spcPts val="0"/>
              </a:spcAft>
              <a:buSzPts val="1400"/>
              <a:buChar char="■"/>
              <a:defRPr/>
            </a:lvl6pPr>
            <a:lvl7pPr marL="3200400" lvl="6" indent="-317500" rtl="0">
              <a:spcBef>
                <a:spcPts val="1400"/>
              </a:spcBef>
              <a:spcAft>
                <a:spcPts val="0"/>
              </a:spcAft>
              <a:buSzPts val="1400"/>
              <a:buChar char="●"/>
              <a:defRPr/>
            </a:lvl7pPr>
            <a:lvl8pPr marL="3657600" lvl="7" indent="-317500" rtl="0">
              <a:spcBef>
                <a:spcPts val="1400"/>
              </a:spcBef>
              <a:spcAft>
                <a:spcPts val="0"/>
              </a:spcAft>
              <a:buSzPts val="1400"/>
              <a:buChar char="○"/>
              <a:defRPr/>
            </a:lvl8pPr>
            <a:lvl9pPr marL="4114800" lvl="8" indent="-317500" rtl="0">
              <a:spcBef>
                <a:spcPts val="1400"/>
              </a:spcBef>
              <a:spcAft>
                <a:spcPts val="1400"/>
              </a:spcAft>
              <a:buSzPts val="14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Half Color Blue 1">
  <p:cSld name="Half Color Blue">
    <p:spTree>
      <p:nvGrpSpPr>
        <p:cNvPr id="1" name="Shape 201"/>
        <p:cNvGrpSpPr/>
        <p:nvPr/>
      </p:nvGrpSpPr>
      <p:grpSpPr>
        <a:xfrm>
          <a:off x="0" y="0"/>
          <a:ext cx="0" cy="0"/>
          <a:chOff x="0" y="0"/>
          <a:chExt cx="0" cy="0"/>
        </a:xfrm>
      </p:grpSpPr>
      <p:sp>
        <p:nvSpPr>
          <p:cNvPr id="202" name="Google Shape;202;p34"/>
          <p:cNvSpPr/>
          <p:nvPr/>
        </p:nvSpPr>
        <p:spPr>
          <a:xfrm>
            <a:off x="3749924" y="0"/>
            <a:ext cx="4022400" cy="10058400"/>
          </a:xfrm>
          <a:prstGeom prst="rect">
            <a:avLst/>
          </a:prstGeom>
          <a:solidFill>
            <a:srgbClr val="4285F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3" name="Google Shape;203;p34"/>
          <p:cNvSpPr txBox="1">
            <a:spLocks noGrp="1"/>
          </p:cNvSpPr>
          <p:nvPr>
            <p:ph type="title"/>
          </p:nvPr>
        </p:nvSpPr>
        <p:spPr>
          <a:xfrm>
            <a:off x="142035" y="1021533"/>
            <a:ext cx="3309000" cy="14778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SzPts val="3600"/>
              <a:buNone/>
              <a:defRPr sz="2600">
                <a:solidFill>
                  <a:srgbClr val="666666"/>
                </a:solidFill>
                <a:latin typeface="Roboto"/>
                <a:ea typeface="Roboto"/>
                <a:cs typeface="Roboto"/>
                <a:sym typeface="Roboto"/>
              </a:defRPr>
            </a:lvl1pPr>
            <a:lvl2pPr lvl="1" rtl="0">
              <a:spcBef>
                <a:spcPts val="0"/>
              </a:spcBef>
              <a:spcAft>
                <a:spcPts val="0"/>
              </a:spcAft>
              <a:buSzPts val="3600"/>
              <a:buNone/>
              <a:defRPr>
                <a:latin typeface="Roboto"/>
                <a:ea typeface="Roboto"/>
                <a:cs typeface="Roboto"/>
                <a:sym typeface="Roboto"/>
              </a:defRPr>
            </a:lvl2pPr>
            <a:lvl3pPr lvl="2" rtl="0">
              <a:spcBef>
                <a:spcPts val="0"/>
              </a:spcBef>
              <a:spcAft>
                <a:spcPts val="0"/>
              </a:spcAft>
              <a:buSzPts val="3600"/>
              <a:buNone/>
              <a:defRPr>
                <a:latin typeface="Roboto"/>
                <a:ea typeface="Roboto"/>
                <a:cs typeface="Roboto"/>
                <a:sym typeface="Roboto"/>
              </a:defRPr>
            </a:lvl3pPr>
            <a:lvl4pPr lvl="3" rtl="0">
              <a:spcBef>
                <a:spcPts val="0"/>
              </a:spcBef>
              <a:spcAft>
                <a:spcPts val="0"/>
              </a:spcAft>
              <a:buSzPts val="3600"/>
              <a:buNone/>
              <a:defRPr>
                <a:latin typeface="Roboto"/>
                <a:ea typeface="Roboto"/>
                <a:cs typeface="Roboto"/>
                <a:sym typeface="Roboto"/>
              </a:defRPr>
            </a:lvl4pPr>
            <a:lvl5pPr lvl="4" rtl="0">
              <a:spcBef>
                <a:spcPts val="0"/>
              </a:spcBef>
              <a:spcAft>
                <a:spcPts val="0"/>
              </a:spcAft>
              <a:buSzPts val="3600"/>
              <a:buNone/>
              <a:defRPr>
                <a:latin typeface="Roboto"/>
                <a:ea typeface="Roboto"/>
                <a:cs typeface="Roboto"/>
                <a:sym typeface="Roboto"/>
              </a:defRPr>
            </a:lvl5pPr>
            <a:lvl6pPr lvl="5" rtl="0">
              <a:spcBef>
                <a:spcPts val="0"/>
              </a:spcBef>
              <a:spcAft>
                <a:spcPts val="0"/>
              </a:spcAft>
              <a:buSzPts val="3600"/>
              <a:buNone/>
              <a:defRPr>
                <a:latin typeface="Roboto"/>
                <a:ea typeface="Roboto"/>
                <a:cs typeface="Roboto"/>
                <a:sym typeface="Roboto"/>
              </a:defRPr>
            </a:lvl6pPr>
            <a:lvl7pPr lvl="6" rtl="0">
              <a:spcBef>
                <a:spcPts val="0"/>
              </a:spcBef>
              <a:spcAft>
                <a:spcPts val="0"/>
              </a:spcAft>
              <a:buSzPts val="3600"/>
              <a:buNone/>
              <a:defRPr>
                <a:latin typeface="Roboto"/>
                <a:ea typeface="Roboto"/>
                <a:cs typeface="Roboto"/>
                <a:sym typeface="Roboto"/>
              </a:defRPr>
            </a:lvl7pPr>
            <a:lvl8pPr lvl="7" rtl="0">
              <a:spcBef>
                <a:spcPts val="0"/>
              </a:spcBef>
              <a:spcAft>
                <a:spcPts val="0"/>
              </a:spcAft>
              <a:buSzPts val="3600"/>
              <a:buNone/>
              <a:defRPr>
                <a:latin typeface="Roboto"/>
                <a:ea typeface="Roboto"/>
                <a:cs typeface="Roboto"/>
                <a:sym typeface="Roboto"/>
              </a:defRPr>
            </a:lvl8pPr>
            <a:lvl9pPr lvl="8" rtl="0">
              <a:spcBef>
                <a:spcPts val="0"/>
              </a:spcBef>
              <a:spcAft>
                <a:spcPts val="0"/>
              </a:spcAft>
              <a:buSzPts val="3600"/>
              <a:buNone/>
              <a:defRPr>
                <a:latin typeface="Roboto"/>
                <a:ea typeface="Roboto"/>
                <a:cs typeface="Roboto"/>
                <a:sym typeface="Roboto"/>
              </a:defRPr>
            </a:lvl9pPr>
          </a:lstStyle>
          <a:p>
            <a:endParaRPr/>
          </a:p>
        </p:txBody>
      </p:sp>
      <p:sp>
        <p:nvSpPr>
          <p:cNvPr id="204" name="Google Shape;204;p34"/>
          <p:cNvSpPr txBox="1"/>
          <p:nvPr/>
        </p:nvSpPr>
        <p:spPr>
          <a:xfrm>
            <a:off x="6744495" y="427827"/>
            <a:ext cx="1027800" cy="59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FFFFFF"/>
              </a:buClr>
              <a:buFont typeface="Roboto"/>
              <a:buNone/>
            </a:pPr>
            <a:r>
              <a:rPr lang="en" sz="600" b="0" i="0" u="none" strike="noStrike" cap="none">
                <a:solidFill>
                  <a:srgbClr val="FFFFFF"/>
                </a:solidFill>
                <a:latin typeface="Roboto"/>
                <a:ea typeface="Roboto"/>
                <a:cs typeface="Roboto"/>
                <a:sym typeface="Roboto"/>
              </a:rPr>
              <a:t>Proprietary + Confidential</a:t>
            </a:r>
            <a:endParaRPr/>
          </a:p>
        </p:txBody>
      </p:sp>
      <p:pic>
        <p:nvPicPr>
          <p:cNvPr id="205" name="Google Shape;205;p34"/>
          <p:cNvPicPr preferRelativeResize="0"/>
          <p:nvPr/>
        </p:nvPicPr>
        <p:blipFill rotWithShape="1">
          <a:blip r:embed="rId2">
            <a:alphaModFix/>
          </a:blip>
          <a:srcRect/>
          <a:stretch/>
        </p:blipFill>
        <p:spPr>
          <a:xfrm>
            <a:off x="149791" y="9468360"/>
            <a:ext cx="457500" cy="3345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_Red Footer - Title &amp; Body">
  <p:cSld name="2_Red Footer - Title &amp; Body">
    <p:spTree>
      <p:nvGrpSpPr>
        <p:cNvPr id="1" name="Shape 206"/>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7"/>
        <p:cNvGrpSpPr/>
        <p:nvPr/>
      </p:nvGrpSpPr>
      <p:grpSpPr>
        <a:xfrm>
          <a:off x="0" y="0"/>
          <a:ext cx="0" cy="0"/>
          <a:chOff x="0" y="0"/>
          <a:chExt cx="0" cy="0"/>
        </a:xfrm>
      </p:grpSpPr>
      <p:grpSp>
        <p:nvGrpSpPr>
          <p:cNvPr id="208" name="Google Shape;208;p36"/>
          <p:cNvGrpSpPr/>
          <p:nvPr/>
        </p:nvGrpSpPr>
        <p:grpSpPr>
          <a:xfrm>
            <a:off x="21" y="9944813"/>
            <a:ext cx="7772347" cy="113820"/>
            <a:chOff x="25" y="5085300"/>
            <a:chExt cx="9143938" cy="58202"/>
          </a:xfrm>
        </p:grpSpPr>
        <p:sp>
          <p:nvSpPr>
            <p:cNvPr id="209" name="Google Shape;209;p36"/>
            <p:cNvSpPr/>
            <p:nvPr/>
          </p:nvSpPr>
          <p:spPr>
            <a:xfrm>
              <a:off x="25" y="5085301"/>
              <a:ext cx="1396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6"/>
            <p:cNvSpPr/>
            <p:nvPr/>
          </p:nvSpPr>
          <p:spPr>
            <a:xfrm>
              <a:off x="1392867" y="5085301"/>
              <a:ext cx="1719300" cy="58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36"/>
            <p:cNvSpPr/>
            <p:nvPr/>
          </p:nvSpPr>
          <p:spPr>
            <a:xfrm>
              <a:off x="3112175" y="5085302"/>
              <a:ext cx="2412000" cy="582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36"/>
            <p:cNvSpPr/>
            <p:nvPr/>
          </p:nvSpPr>
          <p:spPr>
            <a:xfrm>
              <a:off x="5523863" y="5085300"/>
              <a:ext cx="3620100" cy="58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3" name="Google Shape;213;p36"/>
          <p:cNvSpPr txBox="1">
            <a:spLocks noGrp="1"/>
          </p:cNvSpPr>
          <p:nvPr>
            <p:ph type="title"/>
          </p:nvPr>
        </p:nvSpPr>
        <p:spPr>
          <a:xfrm>
            <a:off x="264945" y="870271"/>
            <a:ext cx="7242600" cy="1119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214" name="Google Shape;214;p36"/>
          <p:cNvSpPr txBox="1">
            <a:spLocks noGrp="1"/>
          </p:cNvSpPr>
          <p:nvPr>
            <p:ph type="body" idx="1"/>
          </p:nvPr>
        </p:nvSpPr>
        <p:spPr>
          <a:xfrm>
            <a:off x="264945"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400"/>
              </a:spcBef>
              <a:spcAft>
                <a:spcPts val="0"/>
              </a:spcAft>
              <a:buSzPts val="1200"/>
              <a:buChar char="○"/>
              <a:defRPr sz="1200"/>
            </a:lvl2pPr>
            <a:lvl3pPr marL="1371600" lvl="2" indent="-304800" rtl="0">
              <a:spcBef>
                <a:spcPts val="1400"/>
              </a:spcBef>
              <a:spcAft>
                <a:spcPts val="0"/>
              </a:spcAft>
              <a:buSzPts val="1200"/>
              <a:buChar char="■"/>
              <a:defRPr sz="1200"/>
            </a:lvl3pPr>
            <a:lvl4pPr marL="1828800" lvl="3" indent="-304800" rtl="0">
              <a:spcBef>
                <a:spcPts val="1400"/>
              </a:spcBef>
              <a:spcAft>
                <a:spcPts val="0"/>
              </a:spcAft>
              <a:buSzPts val="1200"/>
              <a:buChar char="●"/>
              <a:defRPr sz="1200"/>
            </a:lvl4pPr>
            <a:lvl5pPr marL="2286000" lvl="4" indent="-304800" rtl="0">
              <a:spcBef>
                <a:spcPts val="1400"/>
              </a:spcBef>
              <a:spcAft>
                <a:spcPts val="0"/>
              </a:spcAft>
              <a:buSzPts val="1200"/>
              <a:buChar char="○"/>
              <a:defRPr sz="1200"/>
            </a:lvl5pPr>
            <a:lvl6pPr marL="2743200" lvl="5" indent="-304800" rtl="0">
              <a:spcBef>
                <a:spcPts val="1400"/>
              </a:spcBef>
              <a:spcAft>
                <a:spcPts val="0"/>
              </a:spcAft>
              <a:buSzPts val="1200"/>
              <a:buChar char="■"/>
              <a:defRPr sz="1200"/>
            </a:lvl6pPr>
            <a:lvl7pPr marL="3200400" lvl="6" indent="-304800" rtl="0">
              <a:spcBef>
                <a:spcPts val="1400"/>
              </a:spcBef>
              <a:spcAft>
                <a:spcPts val="0"/>
              </a:spcAft>
              <a:buSzPts val="1200"/>
              <a:buChar char="●"/>
              <a:defRPr sz="1200"/>
            </a:lvl7pPr>
            <a:lvl8pPr marL="3657600" lvl="7" indent="-304800" rtl="0">
              <a:spcBef>
                <a:spcPts val="1400"/>
              </a:spcBef>
              <a:spcAft>
                <a:spcPts val="0"/>
              </a:spcAft>
              <a:buSzPts val="1200"/>
              <a:buChar char="○"/>
              <a:defRPr sz="1200"/>
            </a:lvl8pPr>
            <a:lvl9pPr marL="4114800" lvl="8" indent="-304800" rtl="0">
              <a:spcBef>
                <a:spcPts val="1400"/>
              </a:spcBef>
              <a:spcAft>
                <a:spcPts val="1400"/>
              </a:spcAft>
              <a:buSzPts val="1200"/>
              <a:buChar char="■"/>
              <a:defRPr sz="1200"/>
            </a:lvl9pPr>
          </a:lstStyle>
          <a:p>
            <a:endParaRPr/>
          </a:p>
        </p:txBody>
      </p:sp>
      <p:sp>
        <p:nvSpPr>
          <p:cNvPr id="215" name="Google Shape;215;p36"/>
          <p:cNvSpPr txBox="1">
            <a:spLocks noGrp="1"/>
          </p:cNvSpPr>
          <p:nvPr>
            <p:ph type="body" idx="2"/>
          </p:nvPr>
        </p:nvSpPr>
        <p:spPr>
          <a:xfrm>
            <a:off x="4107540" y="2253729"/>
            <a:ext cx="3399900" cy="668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400"/>
              </a:spcBef>
              <a:spcAft>
                <a:spcPts val="0"/>
              </a:spcAft>
              <a:buSzPts val="1200"/>
              <a:buChar char="○"/>
              <a:defRPr sz="1200"/>
            </a:lvl2pPr>
            <a:lvl3pPr marL="1371600" lvl="2" indent="-304800" rtl="0">
              <a:spcBef>
                <a:spcPts val="1400"/>
              </a:spcBef>
              <a:spcAft>
                <a:spcPts val="0"/>
              </a:spcAft>
              <a:buSzPts val="1200"/>
              <a:buChar char="■"/>
              <a:defRPr sz="1200"/>
            </a:lvl3pPr>
            <a:lvl4pPr marL="1828800" lvl="3" indent="-304800" rtl="0">
              <a:spcBef>
                <a:spcPts val="1400"/>
              </a:spcBef>
              <a:spcAft>
                <a:spcPts val="0"/>
              </a:spcAft>
              <a:buSzPts val="1200"/>
              <a:buChar char="●"/>
              <a:defRPr sz="1200"/>
            </a:lvl4pPr>
            <a:lvl5pPr marL="2286000" lvl="4" indent="-304800" rtl="0">
              <a:spcBef>
                <a:spcPts val="1400"/>
              </a:spcBef>
              <a:spcAft>
                <a:spcPts val="0"/>
              </a:spcAft>
              <a:buSzPts val="1200"/>
              <a:buChar char="○"/>
              <a:defRPr sz="1200"/>
            </a:lvl5pPr>
            <a:lvl6pPr marL="2743200" lvl="5" indent="-304800" rtl="0">
              <a:spcBef>
                <a:spcPts val="1400"/>
              </a:spcBef>
              <a:spcAft>
                <a:spcPts val="0"/>
              </a:spcAft>
              <a:buSzPts val="1200"/>
              <a:buChar char="■"/>
              <a:defRPr sz="1200"/>
            </a:lvl6pPr>
            <a:lvl7pPr marL="3200400" lvl="6" indent="-304800" rtl="0">
              <a:spcBef>
                <a:spcPts val="1400"/>
              </a:spcBef>
              <a:spcAft>
                <a:spcPts val="0"/>
              </a:spcAft>
              <a:buSzPts val="1200"/>
              <a:buChar char="●"/>
              <a:defRPr sz="1200"/>
            </a:lvl7pPr>
            <a:lvl8pPr marL="3657600" lvl="7" indent="-304800" rtl="0">
              <a:spcBef>
                <a:spcPts val="1400"/>
              </a:spcBef>
              <a:spcAft>
                <a:spcPts val="0"/>
              </a:spcAft>
              <a:buSzPts val="1200"/>
              <a:buChar char="○"/>
              <a:defRPr sz="1200"/>
            </a:lvl8pPr>
            <a:lvl9pPr marL="4114800" lvl="8" indent="-304800" rtl="0">
              <a:spcBef>
                <a:spcPts val="1400"/>
              </a:spcBef>
              <a:spcAft>
                <a:spcPts val="1400"/>
              </a:spcAft>
              <a:buSzPts val="1200"/>
              <a:buChar char="■"/>
              <a:defRPr sz="1200"/>
            </a:lvl9pPr>
          </a:lstStyle>
          <a:p>
            <a:endParaRPr/>
          </a:p>
        </p:txBody>
      </p:sp>
      <p:sp>
        <p:nvSpPr>
          <p:cNvPr id="216" name="Google Shape;216;p36"/>
          <p:cNvSpPr txBox="1">
            <a:spLocks noGrp="1"/>
          </p:cNvSpPr>
          <p:nvPr>
            <p:ph type="sldNum" idx="12"/>
          </p:nvPr>
        </p:nvSpPr>
        <p:spPr>
          <a:xfrm>
            <a:off x="7245010" y="9182552"/>
            <a:ext cx="466500" cy="769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7"/>
        <p:cNvGrpSpPr/>
        <p:nvPr/>
      </p:nvGrpSpPr>
      <p:grpSpPr>
        <a:xfrm>
          <a:off x="0" y="0"/>
          <a:ext cx="0" cy="0"/>
          <a:chOff x="0" y="0"/>
          <a:chExt cx="0" cy="0"/>
        </a:xfrm>
      </p:grpSpPr>
      <p:grpSp>
        <p:nvGrpSpPr>
          <p:cNvPr id="218" name="Google Shape;218;p37"/>
          <p:cNvGrpSpPr/>
          <p:nvPr/>
        </p:nvGrpSpPr>
        <p:grpSpPr>
          <a:xfrm>
            <a:off x="21" y="9944813"/>
            <a:ext cx="7772347" cy="113818"/>
            <a:chOff x="25" y="5085300"/>
            <a:chExt cx="9143937" cy="58201"/>
          </a:xfrm>
        </p:grpSpPr>
        <p:sp>
          <p:nvSpPr>
            <p:cNvPr id="219" name="Google Shape;219;p37"/>
            <p:cNvSpPr/>
            <p:nvPr/>
          </p:nvSpPr>
          <p:spPr>
            <a:xfrm>
              <a:off x="25" y="5085301"/>
              <a:ext cx="1396200" cy="582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20" name="Google Shape;220;p37"/>
            <p:cNvSpPr/>
            <p:nvPr/>
          </p:nvSpPr>
          <p:spPr>
            <a:xfrm>
              <a:off x="1392866" y="5085301"/>
              <a:ext cx="1719300" cy="58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21" name="Google Shape;221;p37"/>
            <p:cNvSpPr/>
            <p:nvPr/>
          </p:nvSpPr>
          <p:spPr>
            <a:xfrm>
              <a:off x="3112175" y="5085301"/>
              <a:ext cx="2412000" cy="58200"/>
            </a:xfrm>
            <a:prstGeom prst="rect">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22" name="Google Shape;222;p37"/>
            <p:cNvSpPr/>
            <p:nvPr/>
          </p:nvSpPr>
          <p:spPr>
            <a:xfrm>
              <a:off x="5523862" y="5085300"/>
              <a:ext cx="3620100" cy="58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grpSp>
      <p:sp>
        <p:nvSpPr>
          <p:cNvPr id="223" name="Google Shape;223;p37"/>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chemeClr val="dk1"/>
              </a:buClr>
              <a:buSzPts val="3600"/>
              <a:buFont typeface="Roboto"/>
              <a:buNone/>
              <a:defRPr sz="2800" b="1" i="0" u="none" strike="noStrike" cap="none">
                <a:solidFill>
                  <a:schemeClr val="dk1"/>
                </a:solidFill>
                <a:latin typeface="Roboto"/>
                <a:ea typeface="Roboto"/>
                <a:cs typeface="Roboto"/>
                <a:sym typeface="Roboto"/>
              </a:defRPr>
            </a:lvl1pPr>
            <a:lvl2pPr lvl="1"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2pPr>
            <a:lvl3pPr lvl="2"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3pPr>
            <a:lvl4pPr lvl="3"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4pPr>
            <a:lvl5pPr lvl="4"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5pPr>
            <a:lvl6pPr lvl="5"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6pPr>
            <a:lvl7pPr lvl="6"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7pPr>
            <a:lvl8pPr lvl="7"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8pPr>
            <a:lvl9pPr lvl="8" indent="0" rtl="0">
              <a:spcBef>
                <a:spcPts val="0"/>
              </a:spcBef>
              <a:spcAft>
                <a:spcPts val="0"/>
              </a:spcAft>
              <a:buClr>
                <a:schemeClr val="dk1"/>
              </a:buClr>
              <a:buSzPts val="3600"/>
              <a:buFont typeface="Roboto"/>
              <a:buNone/>
              <a:defRPr sz="2800" b="1">
                <a:solidFill>
                  <a:schemeClr val="dk1"/>
                </a:solidFill>
                <a:latin typeface="Roboto"/>
                <a:ea typeface="Roboto"/>
                <a:cs typeface="Roboto"/>
                <a:sym typeface="Roboto"/>
              </a:defRPr>
            </a:lvl9pPr>
          </a:lstStyle>
          <a:p>
            <a:endParaRPr/>
          </a:p>
        </p:txBody>
      </p:sp>
      <p:sp>
        <p:nvSpPr>
          <p:cNvPr id="224" name="Google Shape;224;p37"/>
          <p:cNvSpPr txBox="1">
            <a:spLocks noGrp="1"/>
          </p:cNvSpPr>
          <p:nvPr>
            <p:ph type="sldNum" idx="12"/>
          </p:nvPr>
        </p:nvSpPr>
        <p:spPr>
          <a:xfrm>
            <a:off x="7245010" y="9182552"/>
            <a:ext cx="466500" cy="7698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1115" y="1319560"/>
            <a:ext cx="6988800" cy="14778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Clr>
                <a:schemeClr val="accent2"/>
              </a:buClr>
              <a:buSzPts val="3600"/>
              <a:buNone/>
              <a:defRPr sz="3600">
                <a:solidFill>
                  <a:schemeClr val="accent2"/>
                </a:solidFill>
              </a:defRPr>
            </a:lvl1pPr>
            <a:lvl2pPr lvl="1" rtl="0">
              <a:spcBef>
                <a:spcPts val="0"/>
              </a:spcBef>
              <a:spcAft>
                <a:spcPts val="0"/>
              </a:spcAft>
              <a:buClr>
                <a:schemeClr val="accent2"/>
              </a:buClr>
              <a:buSzPts val="3600"/>
              <a:buNone/>
              <a:defRPr sz="3600">
                <a:solidFill>
                  <a:schemeClr val="accent2"/>
                </a:solidFill>
              </a:defRPr>
            </a:lvl2pPr>
            <a:lvl3pPr lvl="2" rtl="0">
              <a:spcBef>
                <a:spcPts val="0"/>
              </a:spcBef>
              <a:spcAft>
                <a:spcPts val="0"/>
              </a:spcAft>
              <a:buClr>
                <a:schemeClr val="accent2"/>
              </a:buClr>
              <a:buSzPts val="3600"/>
              <a:buNone/>
              <a:defRPr sz="3600">
                <a:solidFill>
                  <a:schemeClr val="accent2"/>
                </a:solidFill>
              </a:defRPr>
            </a:lvl3pPr>
            <a:lvl4pPr lvl="3" rtl="0">
              <a:spcBef>
                <a:spcPts val="0"/>
              </a:spcBef>
              <a:spcAft>
                <a:spcPts val="0"/>
              </a:spcAft>
              <a:buClr>
                <a:schemeClr val="accent2"/>
              </a:buClr>
              <a:buSzPts val="3600"/>
              <a:buNone/>
              <a:defRPr sz="3600">
                <a:solidFill>
                  <a:schemeClr val="accent2"/>
                </a:solidFill>
              </a:defRPr>
            </a:lvl4pPr>
            <a:lvl5pPr lvl="4" rtl="0">
              <a:spcBef>
                <a:spcPts val="0"/>
              </a:spcBef>
              <a:spcAft>
                <a:spcPts val="0"/>
              </a:spcAft>
              <a:buClr>
                <a:schemeClr val="accent2"/>
              </a:buClr>
              <a:buSzPts val="3600"/>
              <a:buNone/>
              <a:defRPr sz="3600">
                <a:solidFill>
                  <a:schemeClr val="accent2"/>
                </a:solidFill>
              </a:defRPr>
            </a:lvl5pPr>
            <a:lvl6pPr lvl="5" rtl="0">
              <a:spcBef>
                <a:spcPts val="0"/>
              </a:spcBef>
              <a:spcAft>
                <a:spcPts val="0"/>
              </a:spcAft>
              <a:buClr>
                <a:schemeClr val="accent2"/>
              </a:buClr>
              <a:buSzPts val="3600"/>
              <a:buNone/>
              <a:defRPr sz="3600">
                <a:solidFill>
                  <a:schemeClr val="accent2"/>
                </a:solidFill>
              </a:defRPr>
            </a:lvl6pPr>
            <a:lvl7pPr lvl="6" rtl="0">
              <a:spcBef>
                <a:spcPts val="0"/>
              </a:spcBef>
              <a:spcAft>
                <a:spcPts val="0"/>
              </a:spcAft>
              <a:buClr>
                <a:schemeClr val="accent2"/>
              </a:buClr>
              <a:buSzPts val="3600"/>
              <a:buNone/>
              <a:defRPr sz="3600">
                <a:solidFill>
                  <a:schemeClr val="accent2"/>
                </a:solidFill>
              </a:defRPr>
            </a:lvl7pPr>
            <a:lvl8pPr lvl="7" rtl="0">
              <a:spcBef>
                <a:spcPts val="0"/>
              </a:spcBef>
              <a:spcAft>
                <a:spcPts val="0"/>
              </a:spcAft>
              <a:buClr>
                <a:schemeClr val="accent2"/>
              </a:buClr>
              <a:buSzPts val="3600"/>
              <a:buNone/>
              <a:defRPr sz="3600">
                <a:solidFill>
                  <a:schemeClr val="accent2"/>
                </a:solidFill>
              </a:defRPr>
            </a:lvl8pPr>
            <a:lvl9pPr lvl="8" rtl="0">
              <a:spcBef>
                <a:spcPts val="0"/>
              </a:spcBef>
              <a:spcAft>
                <a:spcPts val="0"/>
              </a:spcAft>
              <a:buClr>
                <a:schemeClr val="accent2"/>
              </a:buClr>
              <a:buSzPts val="3600"/>
              <a:buNone/>
              <a:defRPr sz="3600">
                <a:solidFill>
                  <a:schemeClr val="accent2"/>
                </a:solidFill>
              </a:defRPr>
            </a:lvl9pPr>
          </a:lstStyle>
          <a:p>
            <a:endParaRPr/>
          </a:p>
        </p:txBody>
      </p:sp>
      <p:sp>
        <p:nvSpPr>
          <p:cNvPr id="7" name="Google Shape;7;p1"/>
          <p:cNvSpPr txBox="1">
            <a:spLocks noGrp="1"/>
          </p:cNvSpPr>
          <p:nvPr>
            <p:ph type="body" idx="1"/>
          </p:nvPr>
        </p:nvSpPr>
        <p:spPr>
          <a:xfrm>
            <a:off x="401115" y="2976698"/>
            <a:ext cx="6988800" cy="55428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0"/>
              </a:spcBef>
              <a:spcAft>
                <a:spcPts val="0"/>
              </a:spcAft>
              <a:buClr>
                <a:schemeClr val="accent1"/>
              </a:buClr>
              <a:buSzPts val="1800"/>
              <a:buChar char="●"/>
              <a:defRPr sz="1800">
                <a:solidFill>
                  <a:schemeClr val="accent1"/>
                </a:solidFill>
              </a:defRPr>
            </a:lvl1pPr>
            <a:lvl2pPr marL="914400" lvl="1" indent="-317500" rtl="0">
              <a:lnSpc>
                <a:spcPct val="115000"/>
              </a:lnSpc>
              <a:spcBef>
                <a:spcPts val="1400"/>
              </a:spcBef>
              <a:spcAft>
                <a:spcPts val="0"/>
              </a:spcAft>
              <a:buClr>
                <a:schemeClr val="accent1"/>
              </a:buClr>
              <a:buSzPts val="1400"/>
              <a:buChar char="○"/>
              <a:defRPr>
                <a:solidFill>
                  <a:schemeClr val="accent1"/>
                </a:solidFill>
              </a:defRPr>
            </a:lvl2pPr>
            <a:lvl3pPr marL="1371600" lvl="2" indent="-317500" rtl="0">
              <a:lnSpc>
                <a:spcPct val="115000"/>
              </a:lnSpc>
              <a:spcBef>
                <a:spcPts val="1400"/>
              </a:spcBef>
              <a:spcAft>
                <a:spcPts val="0"/>
              </a:spcAft>
              <a:buClr>
                <a:schemeClr val="accent1"/>
              </a:buClr>
              <a:buSzPts val="1400"/>
              <a:buChar char="■"/>
              <a:defRPr>
                <a:solidFill>
                  <a:schemeClr val="accent1"/>
                </a:solidFill>
              </a:defRPr>
            </a:lvl3pPr>
            <a:lvl4pPr marL="1828800" lvl="3" indent="-317500" rtl="0">
              <a:lnSpc>
                <a:spcPct val="115000"/>
              </a:lnSpc>
              <a:spcBef>
                <a:spcPts val="1400"/>
              </a:spcBef>
              <a:spcAft>
                <a:spcPts val="0"/>
              </a:spcAft>
              <a:buClr>
                <a:schemeClr val="accent1"/>
              </a:buClr>
              <a:buSzPts val="1400"/>
              <a:buChar char="●"/>
              <a:defRPr>
                <a:solidFill>
                  <a:schemeClr val="accent1"/>
                </a:solidFill>
              </a:defRPr>
            </a:lvl4pPr>
            <a:lvl5pPr marL="2286000" lvl="4" indent="-317500" rtl="0">
              <a:lnSpc>
                <a:spcPct val="115000"/>
              </a:lnSpc>
              <a:spcBef>
                <a:spcPts val="1400"/>
              </a:spcBef>
              <a:spcAft>
                <a:spcPts val="0"/>
              </a:spcAft>
              <a:buClr>
                <a:schemeClr val="accent1"/>
              </a:buClr>
              <a:buSzPts val="1400"/>
              <a:buChar char="○"/>
              <a:defRPr>
                <a:solidFill>
                  <a:schemeClr val="accent1"/>
                </a:solidFill>
              </a:defRPr>
            </a:lvl5pPr>
            <a:lvl6pPr marL="2743200" lvl="5" indent="-317500" rtl="0">
              <a:lnSpc>
                <a:spcPct val="115000"/>
              </a:lnSpc>
              <a:spcBef>
                <a:spcPts val="1400"/>
              </a:spcBef>
              <a:spcAft>
                <a:spcPts val="0"/>
              </a:spcAft>
              <a:buClr>
                <a:schemeClr val="accent1"/>
              </a:buClr>
              <a:buSzPts val="1400"/>
              <a:buChar char="■"/>
              <a:defRPr>
                <a:solidFill>
                  <a:schemeClr val="accent1"/>
                </a:solidFill>
              </a:defRPr>
            </a:lvl6pPr>
            <a:lvl7pPr marL="3200400" lvl="6" indent="-317500" rtl="0">
              <a:lnSpc>
                <a:spcPct val="115000"/>
              </a:lnSpc>
              <a:spcBef>
                <a:spcPts val="1400"/>
              </a:spcBef>
              <a:spcAft>
                <a:spcPts val="0"/>
              </a:spcAft>
              <a:buClr>
                <a:schemeClr val="accent1"/>
              </a:buClr>
              <a:buSzPts val="1400"/>
              <a:buChar char="●"/>
              <a:defRPr>
                <a:solidFill>
                  <a:schemeClr val="accent1"/>
                </a:solidFill>
              </a:defRPr>
            </a:lvl7pPr>
            <a:lvl8pPr marL="3657600" lvl="7" indent="-317500" rtl="0">
              <a:lnSpc>
                <a:spcPct val="115000"/>
              </a:lnSpc>
              <a:spcBef>
                <a:spcPts val="1400"/>
              </a:spcBef>
              <a:spcAft>
                <a:spcPts val="0"/>
              </a:spcAft>
              <a:buClr>
                <a:schemeClr val="accent1"/>
              </a:buClr>
              <a:buSzPts val="1400"/>
              <a:buChar char="○"/>
              <a:defRPr>
                <a:solidFill>
                  <a:schemeClr val="accent1"/>
                </a:solidFill>
              </a:defRPr>
            </a:lvl8pPr>
            <a:lvl9pPr marL="4114800" lvl="8" indent="-317500" rtl="0">
              <a:lnSpc>
                <a:spcPct val="115000"/>
              </a:lnSpc>
              <a:spcBef>
                <a:spcPts val="1400"/>
              </a:spcBef>
              <a:spcAft>
                <a:spcPts val="1400"/>
              </a:spcAft>
              <a:buClr>
                <a:schemeClr val="accent1"/>
              </a:buClr>
              <a:buSzPts val="1400"/>
              <a:buChar char="■"/>
              <a:defRPr>
                <a:solidFill>
                  <a:schemeClr val="accent1"/>
                </a:solidFill>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accent1"/>
                </a:solidFill>
              </a:defRPr>
            </a:lvl1pPr>
            <a:lvl2pPr lvl="1" algn="r" rtl="0">
              <a:buNone/>
              <a:defRPr sz="1000">
                <a:solidFill>
                  <a:schemeClr val="accent1"/>
                </a:solidFill>
              </a:defRPr>
            </a:lvl2pPr>
            <a:lvl3pPr lvl="2" algn="r" rtl="0">
              <a:buNone/>
              <a:defRPr sz="1000">
                <a:solidFill>
                  <a:schemeClr val="accent1"/>
                </a:solidFill>
              </a:defRPr>
            </a:lvl3pPr>
            <a:lvl4pPr lvl="3" algn="r" rtl="0">
              <a:buNone/>
              <a:defRPr sz="1000">
                <a:solidFill>
                  <a:schemeClr val="accent1"/>
                </a:solidFill>
              </a:defRPr>
            </a:lvl4pPr>
            <a:lvl5pPr lvl="4" algn="r" rtl="0">
              <a:buNone/>
              <a:defRPr sz="1000">
                <a:solidFill>
                  <a:schemeClr val="accent1"/>
                </a:solidFill>
              </a:defRPr>
            </a:lvl5pPr>
            <a:lvl6pPr lvl="5" algn="r" rtl="0">
              <a:buNone/>
              <a:defRPr sz="1000">
                <a:solidFill>
                  <a:schemeClr val="accent1"/>
                </a:solidFill>
              </a:defRPr>
            </a:lvl6pPr>
            <a:lvl7pPr lvl="6" algn="r" rtl="0">
              <a:buNone/>
              <a:defRPr sz="1000">
                <a:solidFill>
                  <a:schemeClr val="accent1"/>
                </a:solidFill>
              </a:defRPr>
            </a:lvl7pPr>
            <a:lvl8pPr lvl="7" algn="r" rtl="0">
              <a:buNone/>
              <a:defRPr sz="1000">
                <a:solidFill>
                  <a:schemeClr val="accent1"/>
                </a:solidFill>
              </a:defRPr>
            </a:lvl8pPr>
            <a:lvl9pPr lvl="8" algn="r" rtl="0">
              <a:buNone/>
              <a:defRPr sz="1000">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xfrm>
            <a:off x="1102400" y="387496"/>
            <a:ext cx="5622000" cy="649800"/>
          </a:xfrm>
          <a:prstGeom prst="rect">
            <a:avLst/>
          </a:prstGeom>
        </p:spPr>
        <p:txBody>
          <a:bodyPr spcFirstLastPara="1" wrap="square" lIns="91425" tIns="91425" rIns="91425" bIns="91425" anchor="t" anchorCtr="0">
            <a:noAutofit/>
          </a:bodyPr>
          <a:lstStyle/>
          <a:p>
            <a:pPr marL="0" marR="0" lvl="0" indent="0" algn="ctr" rtl="0">
              <a:lnSpc>
                <a:spcPct val="95000"/>
              </a:lnSpc>
              <a:spcBef>
                <a:spcPts val="0"/>
              </a:spcBef>
              <a:spcAft>
                <a:spcPts val="0"/>
              </a:spcAft>
              <a:buNone/>
            </a:pPr>
            <a:r>
              <a:rPr lang="en" sz="1600" b="1" dirty="0">
                <a:solidFill>
                  <a:schemeClr val="dk1"/>
                </a:solidFill>
              </a:rPr>
              <a:t>Yellow Cabs Project Proposal</a:t>
            </a:r>
            <a:endParaRPr sz="1600" b="1" u="sng" dirty="0">
              <a:solidFill>
                <a:schemeClr val="dk1"/>
              </a:solidFill>
            </a:endParaRPr>
          </a:p>
        </p:txBody>
      </p:sp>
      <p:cxnSp>
        <p:nvCxnSpPr>
          <p:cNvPr id="230" name="Google Shape;230;p38"/>
          <p:cNvCxnSpPr/>
          <p:nvPr/>
        </p:nvCxnSpPr>
        <p:spPr>
          <a:xfrm>
            <a:off x="372000" y="848175"/>
            <a:ext cx="7028400" cy="0"/>
          </a:xfrm>
          <a:prstGeom prst="straightConnector1">
            <a:avLst/>
          </a:prstGeom>
          <a:noFill/>
          <a:ln w="9525" cap="flat" cmpd="sng">
            <a:solidFill>
              <a:schemeClr val="dk2"/>
            </a:solidFill>
            <a:prstDash val="solid"/>
            <a:round/>
            <a:headEnd type="none" w="med" len="med"/>
            <a:tailEnd type="none" w="med" len="med"/>
          </a:ln>
        </p:spPr>
      </p:cxnSp>
      <p:cxnSp>
        <p:nvCxnSpPr>
          <p:cNvPr id="231" name="Google Shape;231;p38"/>
          <p:cNvCxnSpPr/>
          <p:nvPr/>
        </p:nvCxnSpPr>
        <p:spPr>
          <a:xfrm>
            <a:off x="371988" y="1535338"/>
            <a:ext cx="7028400" cy="0"/>
          </a:xfrm>
          <a:prstGeom prst="straightConnector1">
            <a:avLst/>
          </a:prstGeom>
          <a:noFill/>
          <a:ln w="9525" cap="flat" cmpd="sng">
            <a:solidFill>
              <a:schemeClr val="dk2"/>
            </a:solidFill>
            <a:prstDash val="solid"/>
            <a:round/>
            <a:headEnd type="none" w="med" len="med"/>
            <a:tailEnd type="none" w="med" len="med"/>
          </a:ln>
        </p:spPr>
      </p:cxnSp>
      <p:sp>
        <p:nvSpPr>
          <p:cNvPr id="232" name="Google Shape;232;p38"/>
          <p:cNvSpPr/>
          <p:nvPr/>
        </p:nvSpPr>
        <p:spPr>
          <a:xfrm>
            <a:off x="399200" y="1001950"/>
            <a:ext cx="1263600" cy="318900"/>
          </a:xfrm>
          <a:prstGeom prst="rect">
            <a:avLst/>
          </a:prstGeom>
          <a:solidFill>
            <a:srgbClr val="009925"/>
          </a:solidFill>
          <a:ln>
            <a:noFill/>
          </a:ln>
        </p:spPr>
        <p:txBody>
          <a:bodyPr spcFirstLastPara="1" wrap="square" lIns="68575" tIns="68575" rIns="68575" bIns="68575" anchor="ctr" anchorCtr="0">
            <a:noAutofit/>
          </a:bodyPr>
          <a:lstStyle/>
          <a:p>
            <a:pPr marL="0" lvl="0" indent="0" algn="ctr" rtl="0">
              <a:spcBef>
                <a:spcPts val="0"/>
              </a:spcBef>
              <a:spcAft>
                <a:spcPts val="0"/>
              </a:spcAft>
              <a:buNone/>
            </a:pPr>
            <a:r>
              <a:rPr lang="en" b="1">
                <a:solidFill>
                  <a:srgbClr val="FFFFFF"/>
                </a:solidFill>
                <a:latin typeface="Roboto"/>
                <a:ea typeface="Roboto"/>
                <a:cs typeface="Roboto"/>
                <a:sym typeface="Roboto"/>
              </a:rPr>
              <a:t>Objective</a:t>
            </a:r>
            <a:endParaRPr b="1">
              <a:solidFill>
                <a:srgbClr val="FFFFFF"/>
              </a:solidFill>
              <a:latin typeface="Roboto"/>
              <a:ea typeface="Roboto"/>
              <a:cs typeface="Roboto"/>
              <a:sym typeface="Roboto"/>
            </a:endParaRPr>
          </a:p>
        </p:txBody>
      </p:sp>
      <p:sp>
        <p:nvSpPr>
          <p:cNvPr id="233" name="Google Shape;233;p38"/>
          <p:cNvSpPr txBox="1"/>
          <p:nvPr/>
        </p:nvSpPr>
        <p:spPr>
          <a:xfrm>
            <a:off x="1860225" y="794691"/>
            <a:ext cx="5540100" cy="671929"/>
          </a:xfrm>
          <a:prstGeom prst="rect">
            <a:avLst/>
          </a:prstGeom>
          <a:noFill/>
          <a:ln>
            <a:noFill/>
          </a:ln>
        </p:spPr>
        <p:txBody>
          <a:bodyPr spcFirstLastPara="1" wrap="square" lIns="91425" tIns="91425" rIns="91425" bIns="91425" anchor="t" anchorCtr="0">
            <a:noAutofit/>
          </a:bodyPr>
          <a:lstStyle/>
          <a:p>
            <a:r>
              <a:rPr lang="en-US" sz="1000" dirty="0"/>
              <a:t>The data team’s objective is to analyze operational and customer data to identify key factors affecting ride demand, wait times, profitability, customer satisfaction, and complaint likelihood. Insights and predictive models will help Yellow Cabs improve efficiency, boost revenue, and enhance customer experience.</a:t>
            </a:r>
          </a:p>
        </p:txBody>
      </p:sp>
      <p:sp>
        <p:nvSpPr>
          <p:cNvPr id="234" name="Google Shape;234;p38"/>
          <p:cNvSpPr txBox="1"/>
          <p:nvPr/>
        </p:nvSpPr>
        <p:spPr>
          <a:xfrm>
            <a:off x="2445725" y="1630725"/>
            <a:ext cx="3160800" cy="37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accent2"/>
                </a:solidFill>
                <a:latin typeface="Roboto"/>
                <a:ea typeface="Roboto"/>
                <a:cs typeface="Roboto"/>
                <a:sym typeface="Roboto"/>
              </a:rPr>
              <a:t>Planning and Analyzing stages</a:t>
            </a:r>
            <a:endParaRPr sz="1100" b="1">
              <a:solidFill>
                <a:schemeClr val="accent2"/>
              </a:solidFill>
              <a:latin typeface="Roboto"/>
              <a:ea typeface="Roboto"/>
              <a:cs typeface="Roboto"/>
              <a:sym typeface="Roboto"/>
            </a:endParaRPr>
          </a:p>
        </p:txBody>
      </p:sp>
      <p:cxnSp>
        <p:nvCxnSpPr>
          <p:cNvPr id="235" name="Google Shape;235;p38"/>
          <p:cNvCxnSpPr/>
          <p:nvPr/>
        </p:nvCxnSpPr>
        <p:spPr>
          <a:xfrm>
            <a:off x="371988" y="1992538"/>
            <a:ext cx="7028400" cy="0"/>
          </a:xfrm>
          <a:prstGeom prst="straightConnector1">
            <a:avLst/>
          </a:prstGeom>
          <a:noFill/>
          <a:ln w="9525" cap="flat" cmpd="sng">
            <a:solidFill>
              <a:schemeClr val="dk2"/>
            </a:solidFill>
            <a:prstDash val="solid"/>
            <a:round/>
            <a:headEnd type="none" w="med" len="med"/>
            <a:tailEnd type="none" w="med" len="med"/>
          </a:ln>
        </p:spPr>
      </p:cxnSp>
      <p:cxnSp>
        <p:nvCxnSpPr>
          <p:cNvPr id="236" name="Google Shape;236;p38"/>
          <p:cNvCxnSpPr/>
          <p:nvPr/>
        </p:nvCxnSpPr>
        <p:spPr>
          <a:xfrm>
            <a:off x="371988" y="2297338"/>
            <a:ext cx="7028400" cy="0"/>
          </a:xfrm>
          <a:prstGeom prst="straightConnector1">
            <a:avLst/>
          </a:prstGeom>
          <a:noFill/>
          <a:ln w="9525" cap="flat" cmpd="sng">
            <a:solidFill>
              <a:schemeClr val="dk2"/>
            </a:solidFill>
            <a:prstDash val="solid"/>
            <a:round/>
            <a:headEnd type="none" w="med" len="med"/>
            <a:tailEnd type="none" w="med" len="med"/>
          </a:ln>
        </p:spPr>
      </p:cxnSp>
      <p:sp>
        <p:nvSpPr>
          <p:cNvPr id="237" name="Google Shape;237;p38"/>
          <p:cNvSpPr txBox="1"/>
          <p:nvPr/>
        </p:nvSpPr>
        <p:spPr>
          <a:xfrm>
            <a:off x="502100" y="1981575"/>
            <a:ext cx="8478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b="1"/>
              <a:t>Milestone</a:t>
            </a:r>
            <a:endParaRPr sz="800" b="1"/>
          </a:p>
        </p:txBody>
      </p:sp>
      <p:sp>
        <p:nvSpPr>
          <p:cNvPr id="238" name="Google Shape;238;p38"/>
          <p:cNvSpPr txBox="1"/>
          <p:nvPr/>
        </p:nvSpPr>
        <p:spPr>
          <a:xfrm>
            <a:off x="1860225" y="1992550"/>
            <a:ext cx="8478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b="1"/>
              <a:t>Tasks</a:t>
            </a:r>
            <a:endParaRPr sz="800" b="1"/>
          </a:p>
        </p:txBody>
      </p:sp>
      <p:sp>
        <p:nvSpPr>
          <p:cNvPr id="239" name="Google Shape;239;p38"/>
          <p:cNvSpPr txBox="1"/>
          <p:nvPr/>
        </p:nvSpPr>
        <p:spPr>
          <a:xfrm>
            <a:off x="3955150" y="1992550"/>
            <a:ext cx="12636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b="1"/>
              <a:t>Outcome/Deliverables</a:t>
            </a:r>
            <a:endParaRPr sz="800" b="1"/>
          </a:p>
        </p:txBody>
      </p:sp>
      <p:sp>
        <p:nvSpPr>
          <p:cNvPr id="240" name="Google Shape;240;p38"/>
          <p:cNvSpPr txBox="1"/>
          <p:nvPr/>
        </p:nvSpPr>
        <p:spPr>
          <a:xfrm>
            <a:off x="6088750" y="1992550"/>
            <a:ext cx="1263600" cy="307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b="1"/>
              <a:t>Estimated Time</a:t>
            </a:r>
            <a:endParaRPr sz="800" b="1"/>
          </a:p>
        </p:txBody>
      </p:sp>
      <p:sp>
        <p:nvSpPr>
          <p:cNvPr id="241" name="Google Shape;241;p38"/>
          <p:cNvSpPr txBox="1"/>
          <p:nvPr/>
        </p:nvSpPr>
        <p:spPr>
          <a:xfrm>
            <a:off x="1326500" y="2472260"/>
            <a:ext cx="2254825" cy="1107965"/>
          </a:xfrm>
          <a:prstGeom prst="rect">
            <a:avLst/>
          </a:prstGeom>
          <a:noFill/>
          <a:ln>
            <a:noFill/>
          </a:ln>
        </p:spPr>
        <p:txBody>
          <a:bodyPr spcFirstLastPara="1" wrap="square" lIns="91425" tIns="91425" rIns="91425" bIns="91425" anchor="t" anchorCtr="0">
            <a:spAutoFit/>
          </a:bodyPr>
          <a:lstStyle/>
          <a:p>
            <a:pPr marL="457200" lvl="0" indent="-285750">
              <a:lnSpc>
                <a:spcPct val="150000"/>
              </a:lnSpc>
              <a:buSzPts val="900"/>
              <a:buFont typeface="+mj-lt"/>
              <a:buAutoNum type="arabicPeriod"/>
            </a:pPr>
            <a:r>
              <a:rPr lang="en-US" sz="800" dirty="0"/>
              <a:t>Establish structure for the project workflow </a:t>
            </a:r>
          </a:p>
          <a:p>
            <a:pPr marL="457200" lvl="0" indent="-285750">
              <a:lnSpc>
                <a:spcPct val="150000"/>
              </a:lnSpc>
              <a:buSzPts val="900"/>
              <a:buFont typeface="+mj-lt"/>
              <a:buAutoNum type="arabicPeriod"/>
            </a:pPr>
            <a:r>
              <a:rPr lang="en-US" sz="800" dirty="0"/>
              <a:t>Gather data from various sources</a:t>
            </a:r>
          </a:p>
          <a:p>
            <a:pPr marL="457200" lvl="0" indent="-285750">
              <a:lnSpc>
                <a:spcPct val="150000"/>
              </a:lnSpc>
              <a:buSzPts val="900"/>
              <a:buFont typeface="+mj-lt"/>
              <a:buAutoNum type="arabicPeriod"/>
            </a:pPr>
            <a:r>
              <a:rPr lang="en-US" sz="800" dirty="0"/>
              <a:t>Identify software/hardware needs </a:t>
            </a:r>
          </a:p>
          <a:p>
            <a:pPr marL="457200" lvl="0" indent="-285750">
              <a:lnSpc>
                <a:spcPct val="150000"/>
              </a:lnSpc>
              <a:buSzPts val="900"/>
              <a:buFont typeface="+mj-lt"/>
              <a:buAutoNum type="arabicPeriod"/>
            </a:pPr>
            <a:endParaRPr lang="en-US" sz="800" dirty="0"/>
          </a:p>
        </p:txBody>
      </p:sp>
      <p:sp>
        <p:nvSpPr>
          <p:cNvPr id="242" name="Google Shape;242;p38"/>
          <p:cNvSpPr txBox="1"/>
          <p:nvPr/>
        </p:nvSpPr>
        <p:spPr>
          <a:xfrm>
            <a:off x="449300" y="2915625"/>
            <a:ext cx="953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Milestone 1</a:t>
            </a:r>
            <a:endParaRPr sz="900"/>
          </a:p>
        </p:txBody>
      </p:sp>
      <p:sp>
        <p:nvSpPr>
          <p:cNvPr id="243" name="Google Shape;243;p38"/>
          <p:cNvSpPr txBox="1"/>
          <p:nvPr/>
        </p:nvSpPr>
        <p:spPr>
          <a:xfrm>
            <a:off x="6189800" y="2659152"/>
            <a:ext cx="976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900" dirty="0"/>
              <a:t>2 – 3 weeks</a:t>
            </a:r>
            <a:endParaRPr sz="900" dirty="0"/>
          </a:p>
        </p:txBody>
      </p:sp>
      <p:sp>
        <p:nvSpPr>
          <p:cNvPr id="244" name="Google Shape;244;p38"/>
          <p:cNvSpPr/>
          <p:nvPr/>
        </p:nvSpPr>
        <p:spPr>
          <a:xfrm>
            <a:off x="0" y="3929613"/>
            <a:ext cx="7772400" cy="12912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8"/>
          <p:cNvSpPr txBox="1"/>
          <p:nvPr/>
        </p:nvSpPr>
        <p:spPr>
          <a:xfrm>
            <a:off x="449300" y="4363425"/>
            <a:ext cx="953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Milestone 2</a:t>
            </a:r>
            <a:endParaRPr sz="900"/>
          </a:p>
        </p:txBody>
      </p:sp>
      <p:sp>
        <p:nvSpPr>
          <p:cNvPr id="246" name="Google Shape;246;p38"/>
          <p:cNvSpPr txBox="1"/>
          <p:nvPr/>
        </p:nvSpPr>
        <p:spPr>
          <a:xfrm>
            <a:off x="1326500" y="3987366"/>
            <a:ext cx="2254825" cy="2031295"/>
          </a:xfrm>
          <a:prstGeom prst="rect">
            <a:avLst/>
          </a:prstGeom>
          <a:noFill/>
          <a:ln>
            <a:noFill/>
          </a:ln>
        </p:spPr>
        <p:txBody>
          <a:bodyPr spcFirstLastPara="1" wrap="square" lIns="91425" tIns="91425" rIns="91425" bIns="91425" anchor="t" anchorCtr="0">
            <a:spAutoFit/>
          </a:bodyPr>
          <a:lstStyle/>
          <a:p>
            <a:pPr marL="457200" lvl="0" indent="-285750">
              <a:lnSpc>
                <a:spcPct val="150000"/>
              </a:lnSpc>
              <a:buSzPts val="900"/>
              <a:buFont typeface="+mj-lt"/>
              <a:buAutoNum type="arabicPeriod"/>
            </a:pPr>
            <a:r>
              <a:rPr lang="en-US" sz="800" dirty="0"/>
              <a:t>Acquire data</a:t>
            </a:r>
          </a:p>
          <a:p>
            <a:pPr marL="457200" lvl="0" indent="-285750">
              <a:lnSpc>
                <a:spcPct val="150000"/>
              </a:lnSpc>
              <a:buSzPts val="900"/>
              <a:buFont typeface="+mj-lt"/>
              <a:buAutoNum type="arabicPeriod"/>
            </a:pPr>
            <a:r>
              <a:rPr lang="en-US" sz="800" dirty="0"/>
              <a:t>Clean, convert, and format data</a:t>
            </a:r>
          </a:p>
          <a:p>
            <a:pPr marL="457200" lvl="0" indent="-285750">
              <a:lnSpc>
                <a:spcPct val="150000"/>
              </a:lnSpc>
              <a:buSzPts val="900"/>
              <a:buFont typeface="+mj-lt"/>
              <a:buAutoNum type="arabicPeriod"/>
            </a:pPr>
            <a:r>
              <a:rPr lang="en-US" sz="800" dirty="0"/>
              <a:t>EDA</a:t>
            </a:r>
          </a:p>
          <a:p>
            <a:pPr marL="457200" indent="-285750">
              <a:lnSpc>
                <a:spcPct val="150000"/>
              </a:lnSpc>
              <a:buSzPts val="900"/>
              <a:buFont typeface="+mj-lt"/>
              <a:buAutoNum type="arabicPeriod"/>
            </a:pPr>
            <a:r>
              <a:rPr lang="en-US" sz="800" dirty="0"/>
              <a:t>Compute descriptive statistics to understand patterns in demand, wait time, ratings and profits.</a:t>
            </a:r>
          </a:p>
          <a:p>
            <a:pPr marL="457200" lvl="0" indent="-285750">
              <a:lnSpc>
                <a:spcPct val="150000"/>
              </a:lnSpc>
              <a:buSzPts val="900"/>
              <a:buFont typeface="+mj-lt"/>
              <a:buAutoNum type="arabicPeriod"/>
            </a:pPr>
            <a:endParaRPr lang="en-US" sz="800" dirty="0"/>
          </a:p>
          <a:p>
            <a:pPr marL="457200" lvl="0" indent="-285750">
              <a:lnSpc>
                <a:spcPct val="150000"/>
              </a:lnSpc>
              <a:buSzPts val="900"/>
              <a:buFont typeface="+mj-lt"/>
              <a:buAutoNum type="arabicPeriod"/>
            </a:pPr>
            <a:endParaRPr lang="en-US" sz="800" dirty="0"/>
          </a:p>
          <a:p>
            <a:pPr marL="457200" lvl="0" indent="-285750">
              <a:lnSpc>
                <a:spcPct val="150000"/>
              </a:lnSpc>
              <a:buSzPts val="900"/>
              <a:buFont typeface="+mj-lt"/>
              <a:buAutoNum type="arabicPeriod"/>
            </a:pPr>
            <a:endParaRPr lang="en-US" sz="800" dirty="0"/>
          </a:p>
          <a:p>
            <a:pPr marL="457200" lvl="0" indent="-285750">
              <a:lnSpc>
                <a:spcPct val="150000"/>
              </a:lnSpc>
              <a:buSzPts val="900"/>
              <a:buFont typeface="+mj-lt"/>
              <a:buAutoNum type="arabicPeriod"/>
            </a:pPr>
            <a:endParaRPr lang="en-US" sz="800" dirty="0"/>
          </a:p>
        </p:txBody>
      </p:sp>
      <p:sp>
        <p:nvSpPr>
          <p:cNvPr id="247" name="Google Shape;247;p38"/>
          <p:cNvSpPr txBox="1"/>
          <p:nvPr/>
        </p:nvSpPr>
        <p:spPr>
          <a:xfrm>
            <a:off x="3720450" y="4183275"/>
            <a:ext cx="1984500" cy="3231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900"/>
          </a:p>
        </p:txBody>
      </p:sp>
      <p:sp>
        <p:nvSpPr>
          <p:cNvPr id="248" name="Google Shape;248;p38"/>
          <p:cNvSpPr txBox="1"/>
          <p:nvPr/>
        </p:nvSpPr>
        <p:spPr>
          <a:xfrm>
            <a:off x="1852000" y="5682200"/>
            <a:ext cx="135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249" name="Google Shape;249;p38"/>
          <p:cNvSpPr txBox="1"/>
          <p:nvPr/>
        </p:nvSpPr>
        <p:spPr>
          <a:xfrm>
            <a:off x="1596825" y="5773650"/>
            <a:ext cx="1984500" cy="323100"/>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endParaRPr sz="900"/>
          </a:p>
        </p:txBody>
      </p:sp>
      <p:sp>
        <p:nvSpPr>
          <p:cNvPr id="250" name="Google Shape;250;p38"/>
          <p:cNvSpPr txBox="1"/>
          <p:nvPr/>
        </p:nvSpPr>
        <p:spPr>
          <a:xfrm>
            <a:off x="3687236" y="5906800"/>
            <a:ext cx="2401513" cy="1292631"/>
          </a:xfrm>
          <a:prstGeom prst="rect">
            <a:avLst/>
          </a:prstGeom>
          <a:noFill/>
          <a:ln>
            <a:noFill/>
          </a:ln>
        </p:spPr>
        <p:txBody>
          <a:bodyPr spcFirstLastPara="1" wrap="square" lIns="91425" tIns="91425" rIns="91425" bIns="91425" anchor="t" anchorCtr="0">
            <a:spAutoFit/>
          </a:bodyPr>
          <a:lstStyle/>
          <a:p>
            <a:pPr marL="457200" lvl="0" indent="-285750">
              <a:lnSpc>
                <a:spcPct val="150000"/>
              </a:lnSpc>
              <a:buSzPts val="900"/>
              <a:buChar char="●"/>
            </a:pPr>
            <a:r>
              <a:rPr lang="en-US" sz="800" dirty="0"/>
              <a:t>Uncover relationship within data</a:t>
            </a:r>
          </a:p>
          <a:p>
            <a:pPr marL="457200" lvl="0" indent="-285750">
              <a:lnSpc>
                <a:spcPct val="150000"/>
              </a:lnSpc>
              <a:buSzPts val="900"/>
              <a:buChar char="●"/>
            </a:pPr>
            <a:r>
              <a:rPr lang="en-US" sz="800" dirty="0"/>
              <a:t>Actionable business insights</a:t>
            </a:r>
          </a:p>
          <a:p>
            <a:pPr marL="457200" lvl="0" indent="-285750">
              <a:lnSpc>
                <a:spcPct val="150000"/>
              </a:lnSpc>
              <a:buSzPts val="900"/>
              <a:buChar char="●"/>
            </a:pPr>
            <a:r>
              <a:rPr lang="en-US" sz="800" dirty="0"/>
              <a:t>Model performance summary</a:t>
            </a:r>
          </a:p>
          <a:p>
            <a:pPr marL="457200" lvl="0" indent="-285750">
              <a:lnSpc>
                <a:spcPct val="150000"/>
              </a:lnSpc>
              <a:buSzPts val="900"/>
              <a:buChar char="●"/>
            </a:pPr>
            <a:r>
              <a:rPr lang="en-US" sz="800" dirty="0"/>
              <a:t>Cross-functional team update</a:t>
            </a:r>
          </a:p>
          <a:p>
            <a:pPr marL="457200" indent="-285750">
              <a:lnSpc>
                <a:spcPct val="150000"/>
              </a:lnSpc>
              <a:buSzPts val="900"/>
              <a:buFont typeface="Arial"/>
              <a:buChar char="●"/>
            </a:pPr>
            <a:r>
              <a:rPr lang="en-US" sz="800" dirty="0"/>
              <a:t>Updated communication with stakeholders.</a:t>
            </a:r>
          </a:p>
        </p:txBody>
      </p:sp>
      <p:sp>
        <p:nvSpPr>
          <p:cNvPr id="251" name="Google Shape;251;p38"/>
          <p:cNvSpPr txBox="1"/>
          <p:nvPr/>
        </p:nvSpPr>
        <p:spPr>
          <a:xfrm>
            <a:off x="373100" y="6420825"/>
            <a:ext cx="953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Milestone 3</a:t>
            </a:r>
            <a:endParaRPr sz="900"/>
          </a:p>
        </p:txBody>
      </p:sp>
      <p:sp>
        <p:nvSpPr>
          <p:cNvPr id="252" name="Google Shape;252;p38"/>
          <p:cNvSpPr txBox="1"/>
          <p:nvPr/>
        </p:nvSpPr>
        <p:spPr>
          <a:xfrm>
            <a:off x="6229600" y="6050115"/>
            <a:ext cx="12636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900" dirty="0"/>
              <a:t>4 weeks</a:t>
            </a:r>
          </a:p>
          <a:p>
            <a:pPr marL="0" lvl="0" indent="0" algn="l" rtl="0">
              <a:spcBef>
                <a:spcPts val="0"/>
              </a:spcBef>
              <a:spcAft>
                <a:spcPts val="0"/>
              </a:spcAft>
              <a:buNone/>
            </a:pPr>
            <a:endParaRPr sz="900" dirty="0"/>
          </a:p>
        </p:txBody>
      </p:sp>
      <p:sp>
        <p:nvSpPr>
          <p:cNvPr id="253" name="Google Shape;253;p38"/>
          <p:cNvSpPr/>
          <p:nvPr/>
        </p:nvSpPr>
        <p:spPr>
          <a:xfrm>
            <a:off x="-12475" y="7514600"/>
            <a:ext cx="7772400" cy="15678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8"/>
          <p:cNvSpPr txBox="1"/>
          <p:nvPr/>
        </p:nvSpPr>
        <p:spPr>
          <a:xfrm>
            <a:off x="373100" y="8113150"/>
            <a:ext cx="9534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Milestone 4</a:t>
            </a:r>
            <a:endParaRPr sz="900"/>
          </a:p>
        </p:txBody>
      </p:sp>
      <p:sp>
        <p:nvSpPr>
          <p:cNvPr id="255" name="Google Shape;255;p38"/>
          <p:cNvSpPr txBox="1"/>
          <p:nvPr/>
        </p:nvSpPr>
        <p:spPr>
          <a:xfrm>
            <a:off x="1249680" y="7832712"/>
            <a:ext cx="2636520" cy="1107965"/>
          </a:xfrm>
          <a:prstGeom prst="rect">
            <a:avLst/>
          </a:prstGeom>
          <a:noFill/>
          <a:ln>
            <a:noFill/>
          </a:ln>
        </p:spPr>
        <p:txBody>
          <a:bodyPr spcFirstLastPara="1" wrap="square" lIns="91425" tIns="91425" rIns="91425" bIns="91425" anchor="t" anchorCtr="0">
            <a:spAutoFit/>
          </a:bodyPr>
          <a:lstStyle/>
          <a:p>
            <a:pPr marL="457200" lvl="0" indent="-285750">
              <a:lnSpc>
                <a:spcPct val="150000"/>
              </a:lnSpc>
              <a:buSzPts val="900"/>
              <a:buFont typeface="+mj-lt"/>
              <a:buAutoNum type="arabicPeriod"/>
            </a:pPr>
            <a:r>
              <a:rPr lang="en-US" sz="800" dirty="0"/>
              <a:t>Compile summary findings to </a:t>
            </a:r>
            <a:r>
              <a:rPr lang="en-US" sz="800"/>
              <a:t>solve business problems</a:t>
            </a:r>
            <a:endParaRPr lang="en-US" sz="800" dirty="0"/>
          </a:p>
          <a:p>
            <a:pPr marL="457200" lvl="0" indent="-285750">
              <a:lnSpc>
                <a:spcPct val="150000"/>
              </a:lnSpc>
              <a:buSzPts val="900"/>
              <a:buFont typeface="+mj-lt"/>
              <a:buAutoNum type="arabicPeriod"/>
            </a:pPr>
            <a:r>
              <a:rPr lang="en-US" sz="800" dirty="0"/>
              <a:t>Finalize results </a:t>
            </a:r>
          </a:p>
          <a:p>
            <a:pPr marL="457200" lvl="0" indent="-285750">
              <a:lnSpc>
                <a:spcPct val="150000"/>
              </a:lnSpc>
              <a:buSzPts val="900"/>
              <a:buFont typeface="+mj-lt"/>
              <a:buAutoNum type="arabicPeriod"/>
            </a:pPr>
            <a:r>
              <a:rPr lang="en-US" sz="800" dirty="0"/>
              <a:t>Share findings with stakeholders</a:t>
            </a:r>
          </a:p>
          <a:p>
            <a:pPr marL="457200" lvl="0" indent="-285750">
              <a:lnSpc>
                <a:spcPct val="150000"/>
              </a:lnSpc>
              <a:buSzPts val="900"/>
              <a:buFont typeface="+mj-lt"/>
              <a:buAutoNum type="arabicPeriod"/>
            </a:pPr>
            <a:r>
              <a:rPr lang="en-US" sz="800" dirty="0"/>
              <a:t>Incorporate feedback</a:t>
            </a:r>
          </a:p>
        </p:txBody>
      </p:sp>
      <p:sp>
        <p:nvSpPr>
          <p:cNvPr id="256" name="Google Shape;256;p38"/>
          <p:cNvSpPr txBox="1"/>
          <p:nvPr/>
        </p:nvSpPr>
        <p:spPr>
          <a:xfrm>
            <a:off x="3687236" y="7817551"/>
            <a:ext cx="2065214" cy="738633"/>
          </a:xfrm>
          <a:prstGeom prst="rect">
            <a:avLst/>
          </a:prstGeom>
          <a:noFill/>
          <a:ln>
            <a:noFill/>
          </a:ln>
        </p:spPr>
        <p:txBody>
          <a:bodyPr spcFirstLastPara="1" wrap="square" lIns="91425" tIns="91425" rIns="91425" bIns="91425" anchor="t" anchorCtr="0">
            <a:spAutoFit/>
          </a:bodyPr>
          <a:lstStyle/>
          <a:p>
            <a:pPr marL="457200" lvl="0" indent="-285750">
              <a:lnSpc>
                <a:spcPct val="150000"/>
              </a:lnSpc>
              <a:buSzPts val="900"/>
              <a:buChar char="●"/>
            </a:pPr>
            <a:r>
              <a:rPr lang="en-US" sz="800" dirty="0"/>
              <a:t>Presentation / Visualizations</a:t>
            </a:r>
          </a:p>
          <a:p>
            <a:pPr marL="457200" lvl="0" indent="-285750">
              <a:lnSpc>
                <a:spcPct val="150000"/>
              </a:lnSpc>
              <a:buSzPts val="900"/>
              <a:buChar char="●"/>
            </a:pPr>
            <a:r>
              <a:rPr lang="en-US" sz="800" dirty="0"/>
              <a:t>Executive summary</a:t>
            </a:r>
          </a:p>
          <a:p>
            <a:pPr marL="457200" lvl="0" indent="-285750">
              <a:lnSpc>
                <a:spcPct val="150000"/>
              </a:lnSpc>
              <a:buSzPts val="900"/>
              <a:buChar char="●"/>
            </a:pPr>
            <a:r>
              <a:rPr lang="en-US" sz="800" dirty="0"/>
              <a:t>Results </a:t>
            </a:r>
          </a:p>
        </p:txBody>
      </p:sp>
      <p:sp>
        <p:nvSpPr>
          <p:cNvPr id="257" name="Google Shape;257;p38"/>
          <p:cNvSpPr txBox="1"/>
          <p:nvPr/>
        </p:nvSpPr>
        <p:spPr>
          <a:xfrm>
            <a:off x="6088750" y="7982275"/>
            <a:ext cx="1263600" cy="323100"/>
          </a:xfrm>
          <a:prstGeom prst="rect">
            <a:avLst/>
          </a:prstGeom>
          <a:noFill/>
          <a:ln>
            <a:noFill/>
          </a:ln>
        </p:spPr>
        <p:txBody>
          <a:bodyPr spcFirstLastPara="1" wrap="square" lIns="91425" tIns="91425" rIns="91425" bIns="91425" anchor="t" anchorCtr="0">
            <a:spAutoFit/>
          </a:bodyPr>
          <a:lstStyle/>
          <a:p>
            <a:pPr lvl="0"/>
            <a:r>
              <a:rPr lang="en-US" sz="900"/>
              <a:t> 3 weeks</a:t>
            </a:r>
            <a:endParaRPr lang="en-US" sz="900" dirty="0"/>
          </a:p>
        </p:txBody>
      </p:sp>
      <p:sp>
        <p:nvSpPr>
          <p:cNvPr id="258" name="Google Shape;258;p38"/>
          <p:cNvSpPr txBox="1"/>
          <p:nvPr/>
        </p:nvSpPr>
        <p:spPr>
          <a:xfrm>
            <a:off x="2293325" y="5288325"/>
            <a:ext cx="3160800" cy="377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b="1">
                <a:solidFill>
                  <a:schemeClr val="accent2"/>
                </a:solidFill>
                <a:latin typeface="Roboto"/>
                <a:ea typeface="Roboto"/>
                <a:cs typeface="Roboto"/>
                <a:sym typeface="Roboto"/>
              </a:rPr>
              <a:t>Constructing and Executing stages</a:t>
            </a:r>
            <a:endParaRPr sz="1100" b="1">
              <a:solidFill>
                <a:schemeClr val="accent2"/>
              </a:solidFill>
              <a:latin typeface="Roboto"/>
              <a:ea typeface="Roboto"/>
              <a:cs typeface="Roboto"/>
              <a:sym typeface="Roboto"/>
            </a:endParaRPr>
          </a:p>
        </p:txBody>
      </p:sp>
      <p:cxnSp>
        <p:nvCxnSpPr>
          <p:cNvPr id="259" name="Google Shape;259;p38"/>
          <p:cNvCxnSpPr/>
          <p:nvPr/>
        </p:nvCxnSpPr>
        <p:spPr>
          <a:xfrm>
            <a:off x="219588" y="5650138"/>
            <a:ext cx="7028400" cy="0"/>
          </a:xfrm>
          <a:prstGeom prst="straightConnector1">
            <a:avLst/>
          </a:prstGeom>
          <a:noFill/>
          <a:ln w="9525" cap="flat" cmpd="sng">
            <a:solidFill>
              <a:schemeClr val="dk2"/>
            </a:solidFill>
            <a:prstDash val="solid"/>
            <a:round/>
            <a:headEnd type="none" w="med" len="med"/>
            <a:tailEnd type="none" w="med" len="med"/>
          </a:ln>
        </p:spPr>
      </p:cxnSp>
      <p:sp>
        <p:nvSpPr>
          <p:cNvPr id="2" name="Google Shape;243;p38">
            <a:extLst>
              <a:ext uri="{FF2B5EF4-FFF2-40B4-BE49-F238E27FC236}">
                <a16:creationId xmlns:a16="http://schemas.microsoft.com/office/drawing/2014/main" id="{A10B56A7-FC2E-554A-F473-3D3A86CE7543}"/>
              </a:ext>
            </a:extLst>
          </p:cNvPr>
          <p:cNvSpPr txBox="1"/>
          <p:nvPr/>
        </p:nvSpPr>
        <p:spPr>
          <a:xfrm>
            <a:off x="3687237" y="2229782"/>
            <a:ext cx="1959000" cy="1338798"/>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endParaRPr sz="900" dirty="0"/>
          </a:p>
          <a:p>
            <a:pPr marL="457200" lvl="0" indent="-285750" algn="l" rtl="0">
              <a:lnSpc>
                <a:spcPct val="150000"/>
              </a:lnSpc>
              <a:spcBef>
                <a:spcPts val="0"/>
              </a:spcBef>
              <a:spcAft>
                <a:spcPts val="0"/>
              </a:spcAft>
              <a:buSzPts val="900"/>
              <a:buChar char="●"/>
            </a:pPr>
            <a:r>
              <a:rPr lang="en" sz="800" dirty="0"/>
              <a:t>Scope of project defined</a:t>
            </a:r>
          </a:p>
          <a:p>
            <a:pPr marL="457200" lvl="0" indent="-285750" algn="l" rtl="0">
              <a:lnSpc>
                <a:spcPct val="150000"/>
              </a:lnSpc>
              <a:spcBef>
                <a:spcPts val="0"/>
              </a:spcBef>
              <a:spcAft>
                <a:spcPts val="0"/>
              </a:spcAft>
              <a:buSzPts val="900"/>
              <a:buChar char="●"/>
            </a:pPr>
            <a:r>
              <a:rPr lang="en" sz="800" dirty="0"/>
              <a:t>Data team update</a:t>
            </a:r>
            <a:endParaRPr lang="en-US" sz="800" dirty="0"/>
          </a:p>
          <a:p>
            <a:pPr marL="457200" lvl="0" indent="-285750">
              <a:lnSpc>
                <a:spcPct val="150000"/>
              </a:lnSpc>
              <a:buSzPts val="900"/>
              <a:buChar char="●"/>
            </a:pPr>
            <a:r>
              <a:rPr lang="en-US" sz="800" dirty="0"/>
              <a:t>Cross-functional team update</a:t>
            </a:r>
          </a:p>
          <a:p>
            <a:pPr marL="457200" lvl="0" indent="-285750" algn="l" rtl="0">
              <a:lnSpc>
                <a:spcPct val="150000"/>
              </a:lnSpc>
              <a:spcBef>
                <a:spcPts val="0"/>
              </a:spcBef>
              <a:spcAft>
                <a:spcPts val="0"/>
              </a:spcAft>
              <a:buSzPts val="900"/>
              <a:buChar char="●"/>
            </a:pPr>
            <a:endParaRPr sz="900" dirty="0"/>
          </a:p>
        </p:txBody>
      </p:sp>
      <p:sp>
        <p:nvSpPr>
          <p:cNvPr id="4" name="TextBox 3">
            <a:extLst>
              <a:ext uri="{FF2B5EF4-FFF2-40B4-BE49-F238E27FC236}">
                <a16:creationId xmlns:a16="http://schemas.microsoft.com/office/drawing/2014/main" id="{9A8F8F37-653B-C7CC-C8C1-D3296489A85E}"/>
              </a:ext>
            </a:extLst>
          </p:cNvPr>
          <p:cNvSpPr txBox="1"/>
          <p:nvPr/>
        </p:nvSpPr>
        <p:spPr>
          <a:xfrm>
            <a:off x="3643912" y="4028377"/>
            <a:ext cx="2444838" cy="992836"/>
          </a:xfrm>
          <a:prstGeom prst="rect">
            <a:avLst/>
          </a:prstGeom>
          <a:noFill/>
        </p:spPr>
        <p:txBody>
          <a:bodyPr wrap="square">
            <a:spAutoFit/>
          </a:bodyPr>
          <a:lstStyle/>
          <a:p>
            <a:pPr marL="457200" lvl="0" indent="-285750" algn="l" rtl="0">
              <a:lnSpc>
                <a:spcPct val="150000"/>
              </a:lnSpc>
              <a:spcBef>
                <a:spcPts val="0"/>
              </a:spcBef>
              <a:spcAft>
                <a:spcPts val="0"/>
              </a:spcAft>
              <a:buSzPts val="900"/>
              <a:buChar char="●"/>
            </a:pPr>
            <a:r>
              <a:rPr lang="en-US" sz="800" dirty="0"/>
              <a:t>Cleaned data</a:t>
            </a:r>
          </a:p>
          <a:p>
            <a:pPr marL="457200" lvl="0" indent="-285750" algn="l" rtl="0">
              <a:lnSpc>
                <a:spcPct val="150000"/>
              </a:lnSpc>
              <a:spcBef>
                <a:spcPts val="0"/>
              </a:spcBef>
              <a:spcAft>
                <a:spcPts val="0"/>
              </a:spcAft>
              <a:buSzPts val="900"/>
              <a:buChar char="●"/>
            </a:pPr>
            <a:r>
              <a:rPr lang="en-US" sz="800" dirty="0"/>
              <a:t>Engage with data to find insights</a:t>
            </a:r>
          </a:p>
          <a:p>
            <a:pPr marL="457200" lvl="0" indent="-285750">
              <a:lnSpc>
                <a:spcPct val="150000"/>
              </a:lnSpc>
              <a:buSzPts val="900"/>
              <a:buChar char="●"/>
            </a:pPr>
            <a:r>
              <a:rPr lang="en" sz="800" dirty="0"/>
              <a:t>Data team update</a:t>
            </a:r>
            <a:endParaRPr lang="en-US" sz="800" dirty="0"/>
          </a:p>
          <a:p>
            <a:pPr marL="457200" lvl="0" indent="-285750">
              <a:lnSpc>
                <a:spcPct val="150000"/>
              </a:lnSpc>
              <a:buSzPts val="900"/>
              <a:buChar char="●"/>
            </a:pPr>
            <a:r>
              <a:rPr lang="en-US" sz="800" dirty="0"/>
              <a:t>Updated communication with stakeholders.</a:t>
            </a:r>
          </a:p>
        </p:txBody>
      </p:sp>
      <p:sp>
        <p:nvSpPr>
          <p:cNvPr id="5" name="Google Shape;243;p38">
            <a:extLst>
              <a:ext uri="{FF2B5EF4-FFF2-40B4-BE49-F238E27FC236}">
                <a16:creationId xmlns:a16="http://schemas.microsoft.com/office/drawing/2014/main" id="{82EB4F1E-07E8-2499-FDBE-93CD7AED1CAD}"/>
              </a:ext>
            </a:extLst>
          </p:cNvPr>
          <p:cNvSpPr txBox="1"/>
          <p:nvPr/>
        </p:nvSpPr>
        <p:spPr>
          <a:xfrm>
            <a:off x="6189800" y="4257969"/>
            <a:ext cx="1263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900" dirty="0"/>
              <a:t>2 – 3 weeks</a:t>
            </a:r>
            <a:endParaRPr sz="900" dirty="0"/>
          </a:p>
        </p:txBody>
      </p:sp>
      <p:sp>
        <p:nvSpPr>
          <p:cNvPr id="7" name="TextBox 6">
            <a:extLst>
              <a:ext uri="{FF2B5EF4-FFF2-40B4-BE49-F238E27FC236}">
                <a16:creationId xmlns:a16="http://schemas.microsoft.com/office/drawing/2014/main" id="{2AFD19F6-E022-7B84-70E8-0750AAD8046D}"/>
              </a:ext>
            </a:extLst>
          </p:cNvPr>
          <p:cNvSpPr txBox="1"/>
          <p:nvPr/>
        </p:nvSpPr>
        <p:spPr>
          <a:xfrm>
            <a:off x="1249680" y="6015332"/>
            <a:ext cx="2470771" cy="808170"/>
          </a:xfrm>
          <a:prstGeom prst="rect">
            <a:avLst/>
          </a:prstGeom>
          <a:noFill/>
        </p:spPr>
        <p:txBody>
          <a:bodyPr wrap="square">
            <a:spAutoFit/>
          </a:bodyPr>
          <a:lstStyle/>
          <a:p>
            <a:pPr marL="457200" lvl="0" indent="-285750" algn="l" rtl="0">
              <a:lnSpc>
                <a:spcPct val="150000"/>
              </a:lnSpc>
              <a:spcBef>
                <a:spcPts val="0"/>
              </a:spcBef>
              <a:spcAft>
                <a:spcPts val="0"/>
              </a:spcAft>
              <a:buSzPts val="900"/>
              <a:buFont typeface="+mj-lt"/>
              <a:buAutoNum type="arabicPeriod"/>
            </a:pPr>
            <a:r>
              <a:rPr lang="en-US" sz="800" dirty="0"/>
              <a:t>Build linear / multiple regression model</a:t>
            </a:r>
          </a:p>
          <a:p>
            <a:pPr marL="457200" lvl="0" indent="-285750" algn="l" rtl="0">
              <a:lnSpc>
                <a:spcPct val="150000"/>
              </a:lnSpc>
              <a:spcBef>
                <a:spcPts val="0"/>
              </a:spcBef>
              <a:spcAft>
                <a:spcPts val="0"/>
              </a:spcAft>
              <a:buSzPts val="900"/>
              <a:buFont typeface="+mj-lt"/>
              <a:buAutoNum type="arabicPeriod"/>
            </a:pPr>
            <a:r>
              <a:rPr lang="en-US" sz="800" dirty="0"/>
              <a:t>Conduct hypothesis testing</a:t>
            </a:r>
          </a:p>
          <a:p>
            <a:pPr marL="457200" lvl="0" indent="-285750" algn="l" rtl="0">
              <a:lnSpc>
                <a:spcPct val="150000"/>
              </a:lnSpc>
              <a:spcBef>
                <a:spcPts val="0"/>
              </a:spcBef>
              <a:spcAft>
                <a:spcPts val="0"/>
              </a:spcAft>
              <a:buSzPts val="900"/>
              <a:buFont typeface="+mj-lt"/>
              <a:buAutoNum type="arabicPeriod"/>
            </a:pPr>
            <a:r>
              <a:rPr lang="en-US" sz="800" dirty="0"/>
              <a:t>Re-evaluate model</a:t>
            </a:r>
          </a:p>
          <a:p>
            <a:pPr marL="457200" lvl="0" indent="-285750" algn="l" rtl="0">
              <a:lnSpc>
                <a:spcPct val="150000"/>
              </a:lnSpc>
              <a:spcBef>
                <a:spcPts val="0"/>
              </a:spcBef>
              <a:spcAft>
                <a:spcPts val="0"/>
              </a:spcAft>
              <a:buSzPts val="900"/>
              <a:buFont typeface="+mj-lt"/>
              <a:buAutoNum type="arabicPeriod"/>
            </a:pPr>
            <a:r>
              <a:rPr lang="en-US" sz="800" dirty="0"/>
              <a:t>Data team feedback</a:t>
            </a:r>
          </a:p>
        </p:txBody>
      </p:sp>
    </p:spTree>
  </p:cSld>
  <p:clrMapOvr>
    <a:masterClrMapping/>
  </p:clrMapOvr>
</p:sld>
</file>

<file path=ppt/theme/theme1.xml><?xml version="1.0" encoding="utf-8"?>
<a:theme xmlns:a="http://schemas.openxmlformats.org/drawingml/2006/main" name="Global Master">
  <a:themeElements>
    <a:clrScheme name="Simple Light">
      <a:dk1>
        <a:srgbClr val="212121"/>
      </a:dk1>
      <a:lt1>
        <a:srgbClr val="FFFFFF"/>
      </a:lt1>
      <a:dk2>
        <a:srgbClr val="757575"/>
      </a:dk2>
      <a:lt2>
        <a:srgbClr val="EEEEEE"/>
      </a:lt2>
      <a:accent1>
        <a:srgbClr val="595959"/>
      </a:accent1>
      <a:accent2>
        <a:srgbClr val="000000"/>
      </a:accent2>
      <a:accent3>
        <a:srgbClr val="78909C"/>
      </a:accent3>
      <a:accent4>
        <a:srgbClr val="FF49E8"/>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212</Words>
  <Application>Microsoft Office PowerPoint</Application>
  <PresentationFormat>Custom</PresentationFormat>
  <Paragraphs>50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Roboto</vt:lpstr>
      <vt:lpstr>Helvetica Neue</vt:lpstr>
      <vt:lpstr>Open Sans</vt:lpstr>
      <vt:lpstr>Arial</vt:lpstr>
      <vt:lpstr>Global Master</vt:lpstr>
      <vt:lpstr>Yellow Cabs Project Proposal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Long Nguyen</cp:lastModifiedBy>
  <cp:revision>1</cp:revision>
  <dcterms:modified xsi:type="dcterms:W3CDTF">2025-11-15T20:01:54Z</dcterms:modified>
</cp:coreProperties>
</file>