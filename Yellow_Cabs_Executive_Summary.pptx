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634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Yellow Cabs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&amp; Revenue Analysis</a:t>
            </a:r>
          </a:p>
          <a:p>
            <a:r>
              <a:t>Prepared for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 &amp;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Objective: Use trip data to uncover insights that improve efficiency, profitability, and customer experience.</a:t>
            </a:r>
          </a:p>
          <a:p>
            <a:endParaRPr sz="2500" dirty="0"/>
          </a:p>
          <a:p>
            <a:r>
              <a:rPr sz="2500" dirty="0"/>
              <a:t>Key Questions:</a:t>
            </a:r>
          </a:p>
          <a:p>
            <a:r>
              <a:rPr sz="2500" dirty="0"/>
              <a:t>1. What drives ride demand across time?</a:t>
            </a:r>
          </a:p>
          <a:p>
            <a:r>
              <a:rPr sz="2500" dirty="0"/>
              <a:t>2. What factors influence trip duration?</a:t>
            </a:r>
          </a:p>
          <a:p>
            <a:r>
              <a:rPr sz="2500" dirty="0"/>
              <a:t>3. Which boroughs generate the highest revenue?</a:t>
            </a:r>
          </a:p>
          <a:p>
            <a:r>
              <a:rPr sz="2500" dirty="0"/>
              <a:t>4. When are trips most profitable?</a:t>
            </a:r>
          </a:p>
          <a:p>
            <a:r>
              <a:rPr sz="2500" dirty="0"/>
              <a:t>5. How does tipping vary by time, distance, and borough?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 Demand –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Demand peaks during morning &amp; evening rush hours.</a:t>
            </a:r>
          </a:p>
          <a:p>
            <a:r>
              <a:t>- Midday hours show moderate volume.</a:t>
            </a:r>
          </a:p>
          <a:p>
            <a:r>
              <a:t>- Very early morning hours show low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Duration –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trips fall between 10–30 minutes.</a:t>
            </a:r>
          </a:p>
          <a:p>
            <a:r>
              <a:t>- Longer distances correlate with longer duration but with traffic variability.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Borough –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Manhattan generates the highest total and average revenue.</a:t>
            </a:r>
          </a:p>
          <a:p>
            <a:r>
              <a:t>- Brooklyn and Queens follow.</a:t>
            </a:r>
          </a:p>
          <a:p>
            <a:r>
              <a:t>- Bronx shows significantly lower average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by Hour –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Early morning (3–6 AM) yields the highest revenue per minute.</a:t>
            </a:r>
          </a:p>
          <a:p>
            <a:r>
              <a:t>- BUT these hours have the lowest ride demand, limiting total earnings.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Tipping Behavior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Tip rates highest during early morning and evening.</a:t>
            </a:r>
          </a:p>
          <a:p>
            <a:r>
              <a:t>- Mid-range distances (6–15 miles) tip best.</a:t>
            </a:r>
          </a:p>
          <a:p>
            <a:r>
              <a:t>- Manhattan &amp; Brooklyn show stronger tipping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Align driver schedules to peak demand hours.</a:t>
            </a:r>
          </a:p>
          <a:p>
            <a:r>
              <a:rPr dirty="0"/>
              <a:t>- Introduce incentives for early-morning coverage.</a:t>
            </a:r>
          </a:p>
          <a:p>
            <a:r>
              <a:rPr dirty="0"/>
              <a:t>- Prioritize Manhattan for fleet allocation.</a:t>
            </a:r>
          </a:p>
          <a:p>
            <a:r>
              <a:rPr dirty="0"/>
              <a:t>- Provide drivers insights into tipping patterns.</a:t>
            </a:r>
          </a:p>
          <a:p>
            <a:r>
              <a:rPr dirty="0"/>
              <a:t>- Use findings for strategic planning &amp; customer satisfaction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Yellow Cabs Executive Summary</vt:lpstr>
      <vt:lpstr>Project Objective &amp; Key Questions</vt:lpstr>
      <vt:lpstr>Ride Demand – Key Insight</vt:lpstr>
      <vt:lpstr>Trip Duration – Key Insight</vt:lpstr>
      <vt:lpstr>Revenue by Borough – Key Insight</vt:lpstr>
      <vt:lpstr>Profitability by Hour – Key Insight</vt:lpstr>
      <vt:lpstr>Tipping Behavior – Key Insights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Long H Nguyen</cp:lastModifiedBy>
  <cp:revision>2</cp:revision>
  <dcterms:created xsi:type="dcterms:W3CDTF">2013-01-27T09:14:16Z</dcterms:created>
  <dcterms:modified xsi:type="dcterms:W3CDTF">2025-11-19T20:39:25Z</dcterms:modified>
  <cp:category/>
</cp:coreProperties>
</file>